
<file path=[Content_Types].xml><?xml version="1.0" encoding="utf-8"?>
<Types xmlns="http://schemas.openxmlformats.org/package/2006/content-types">
  <Default Extension="png" ContentType="image/png"/>
  <Default Extension="emf" ContentType="image/x-emf"/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>
  <p:sldMasterIdLst>
    <p:sldMasterId id="2147483648" r:id="rId1"/>
    <p:sldMasterId id="2147483663" r:id="rId3"/>
    <p:sldMasterId id="2147483676" r:id="rId4"/>
    <p:sldMasterId id="2147483680" r:id="rId5"/>
    <p:sldMasterId id="2147483694" r:id="rId6"/>
    <p:sldMasterId id="2147483706" r:id="rId7"/>
    <p:sldMasterId id="2147483711" r:id="rId8"/>
  </p:sldMasterIdLst>
  <p:notesMasterIdLst>
    <p:notesMasterId r:id="rId21"/>
  </p:notesMasterIdLst>
  <p:handoutMasterIdLst>
    <p:handoutMasterId r:id="rId22"/>
  </p:handoutMasterIdLst>
  <p:sldIdLst>
    <p:sldId id="1198" r:id="rId9"/>
    <p:sldId id="1738" r:id="rId10"/>
    <p:sldId id="1739" r:id="rId11"/>
    <p:sldId id="1740" r:id="rId12"/>
    <p:sldId id="1743" r:id="rId13"/>
    <p:sldId id="1735" r:id="rId14"/>
    <p:sldId id="1744" r:id="rId15"/>
    <p:sldId id="1734" r:id="rId16"/>
    <p:sldId id="1732" r:id="rId17"/>
    <p:sldId id="1736" r:id="rId18"/>
    <p:sldId id="1737" r:id="rId19"/>
    <p:sldId id="1044" r:id="rId20"/>
  </p:sldIdLst>
  <p:sldSz cx="12192000" cy="6858000"/>
  <p:notesSz cx="6797675" cy="9926320"/>
  <p:custDataLst>
    <p:tags r:id="rId27"/>
  </p:custDataLst>
  <p:defaultTextStyle>
    <a:defPPr>
      <a:defRPr lang="zh-CN"/>
    </a:defPPr>
    <a:lvl1pPr marL="0" lvl="0" indent="0" algn="l" defTabSz="914400" eaLnBrk="1" fontAlgn="base" latinLnBrk="0" hangingPunct="1">
      <a:lnSpc>
        <a:spcPct val="100000"/>
      </a:lnSpc>
      <a:spcBef>
        <a:spcPct val="0"/>
      </a:spcBef>
      <a:spcAft>
        <a:spcPct val="0"/>
      </a:spcAft>
      <a:buFontTx/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lvl="1" indent="0" algn="l" defTabSz="914400" eaLnBrk="1" fontAlgn="base" latinLnBrk="0" hangingPunct="1">
      <a:lnSpc>
        <a:spcPct val="100000"/>
      </a:lnSpc>
      <a:spcBef>
        <a:spcPct val="0"/>
      </a:spcBef>
      <a:spcAft>
        <a:spcPct val="0"/>
      </a:spcAft>
      <a:buFontTx/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lvl="2" indent="0" algn="l" defTabSz="914400" eaLnBrk="1" fontAlgn="base" latinLnBrk="0" hangingPunct="1">
      <a:lnSpc>
        <a:spcPct val="100000"/>
      </a:lnSpc>
      <a:spcBef>
        <a:spcPct val="0"/>
      </a:spcBef>
      <a:spcAft>
        <a:spcPct val="0"/>
      </a:spcAft>
      <a:buFontTx/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lvl="3" indent="0" algn="l" defTabSz="914400" eaLnBrk="1" fontAlgn="base" latinLnBrk="0" hangingPunct="1">
      <a:lnSpc>
        <a:spcPct val="100000"/>
      </a:lnSpc>
      <a:spcBef>
        <a:spcPct val="0"/>
      </a:spcBef>
      <a:spcAft>
        <a:spcPct val="0"/>
      </a:spcAft>
      <a:buFontTx/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lvl="4" indent="0" algn="l" defTabSz="914400" eaLnBrk="1" fontAlgn="base" latinLnBrk="0" hangingPunct="1">
      <a:lnSpc>
        <a:spcPct val="100000"/>
      </a:lnSpc>
      <a:spcBef>
        <a:spcPct val="0"/>
      </a:spcBef>
      <a:spcAft>
        <a:spcPct val="0"/>
      </a:spcAft>
      <a:buFontTx/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lvl="5" indent="0" algn="l" defTabSz="914400" eaLnBrk="1" fontAlgn="base" latinLnBrk="0" hangingPunct="1">
      <a:lnSpc>
        <a:spcPct val="100000"/>
      </a:lnSpc>
      <a:spcBef>
        <a:spcPct val="0"/>
      </a:spcBef>
      <a:spcAft>
        <a:spcPct val="0"/>
      </a:spcAft>
      <a:buFontTx/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lvl="6" indent="0" algn="l" defTabSz="914400" eaLnBrk="1" fontAlgn="base" latinLnBrk="0" hangingPunct="1">
      <a:lnSpc>
        <a:spcPct val="100000"/>
      </a:lnSpc>
      <a:spcBef>
        <a:spcPct val="0"/>
      </a:spcBef>
      <a:spcAft>
        <a:spcPct val="0"/>
      </a:spcAft>
      <a:buFontTx/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lvl="7" indent="0" algn="l" defTabSz="914400" eaLnBrk="1" fontAlgn="base" latinLnBrk="0" hangingPunct="1">
      <a:lnSpc>
        <a:spcPct val="100000"/>
      </a:lnSpc>
      <a:spcBef>
        <a:spcPct val="0"/>
      </a:spcBef>
      <a:spcAft>
        <a:spcPct val="0"/>
      </a:spcAft>
      <a:buFontTx/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lvl="8" indent="0" algn="l" defTabSz="914400" eaLnBrk="1" fontAlgn="base" latinLnBrk="0" hangingPunct="1">
      <a:lnSpc>
        <a:spcPct val="100000"/>
      </a:lnSpc>
      <a:spcBef>
        <a:spcPct val="0"/>
      </a:spcBef>
      <a:spcAft>
        <a:spcPct val="0"/>
      </a:spcAft>
      <a:buFontTx/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orient="horz" pos="790" userDrawn="1">
          <p15:clr>
            <a:srgbClr val="A4A3A4"/>
          </p15:clr>
        </p15:guide>
        <p15:guide id="3" pos="6872" userDrawn="1">
          <p15:clr>
            <a:srgbClr val="A4A3A4"/>
          </p15:clr>
        </p15:guide>
        <p15:guide id="4" pos="7296" userDrawn="1">
          <p15:clr>
            <a:srgbClr val="A4A3A4"/>
          </p15:clr>
        </p15:guide>
        <p15:guide id="5" pos="428" userDrawn="1">
          <p15:clr>
            <a:srgbClr val="A4A3A4"/>
          </p15:clr>
        </p15:guide>
        <p15:guide id="6" pos="635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xuying" initials="" lastIdx="0" clrIdx="0"/>
  <p:cmAuthor id="1" name="liu jihui" initials="l" lastIdx="1" clrIdx="0"/>
  <p:cmAuthor id="2" name="作者" initials="A" lastIdx="0" clrIdx="1"/>
  <p:cmAuthor id="3" name="user" initials="u" lastIdx="1" clrIdx="2"/>
  <p:cmAuthor id="4" name="yan lee" initials="y" lastIdx="1" clrIdx="1"/>
  <p:cmAuthor id="5" name="景耀 韦" initials="景" lastIdx="1" clrIdx="0"/>
  <p:cmAuthor id="6" name="微软用户" initials="微" lastIdx="1" clrIdx="0"/>
  <p:cmAuthor id="7" name="Monica Lueder" initials="M" lastIdx="22" clrIdx="2"/>
  <p:cmAuthor id="8" name="Microsoft Office 用户" initials="M" lastIdx="1" clrIdx="4"/>
  <p:cmAuthor id="9" name="Mary Feil-Jacobs" initials="M" lastIdx="43" clrIdx="1"/>
  <p:cmAuthor id="10" name="thinkpad" initials="t" lastIdx="1" clrIdx="9"/>
  <p:cmAuthor id="11" name="HUAWEI" initials="H" lastIdx="1" clrIdx="10"/>
  <p:cmAuthor id="12" name="李惠" initials="李" lastIdx="1" clrIdx="0"/>
  <p:cmAuthor id="13" name="yg" initials="y" lastIdx="1" clrIdx="12"/>
  <p:cmAuthor id="14" name="李韶飞" initials="LSF" lastIdx="9" clrIdx="13"/>
  <p:cmAuthor id="15" name="stc" initials="s" lastIdx="1" clrIdx="14"/>
  <p:cmAuthor id="16" name="陈俊华" initials="陈" lastIdx="1" clrIdx="15"/>
  <p:cmAuthor id="17" name="肖机卫(L19227)" initials="肖" lastIdx="1" clrIdx="12"/>
  <p:cmAuthor id="18" name="方 璐琰" initials="方" lastIdx="1" clrIdx="17"/>
  <p:cmAuthor id="19" name="纪娣芳" initials="纪娣芳" lastIdx="1" clrIdx="18"/>
  <p:cmAuthor id="20" name="Pj" initials="P" lastIdx="2" clrIdx="16"/>
  <p:cmAuthor id="21" name="李蕾00009994" initials="李" lastIdx="6" clrIdx="17"/>
  <p:cmAuthor id="22" name="10066351" initials="1" lastIdx="2" clrIdx="0"/>
  <p:cmAuthor id="23" name="10270945" initials="1" lastIdx="2" clrIdx="25"/>
  <p:cmAuthor id="24" name="zht" initials="z" lastIdx="1" clrIdx="25"/>
  <p:cmAuthor id="25" name="litong" initials="l" lastIdx="1" clrIdx="23"/>
  <p:cmAuthor id="26" name="施普希（菜菜）" initials="施" lastIdx="0" clrIdx="0"/>
  <p:cmAuthor id="27" name="Administrator" initials="A" lastIdx="1" clrIdx="24"/>
  <p:cmAuthor id="28" name="binhui zhou" initials="b" lastIdx="4" clrIdx="8"/>
  <p:cmAuthor id="29" name="baosight" initials="b" lastIdx="1" clrIdx="0"/>
  <p:cmAuthor id="30" name="Emily" initials="E" lastIdx="1" clrIdx="33"/>
  <p:cmAuthor id="31" name="曾蓓/贝贝" initials="曾" lastIdx="0" clrIdx="0"/>
  <p:cmAuthor id="32" name="CQGT" initials="C" lastIdx="1" clrIdx="30"/>
  <p:cmAuthor id="33" name="银 雷" initials="银" lastIdx="5" clrIdx="29"/>
  <p:cmAuthor id="1282986803" name="Lee" initials="L" lastIdx="2" clrIdx="297"/>
  <p:cmAuthor id="34" name="江 鲁" initials="江" lastIdx="1" clrIdx="28"/>
  <p:cmAuthor id="35" name="Dan Lv (IB)" initials="D" lastIdx="2" clrIdx="31"/>
  <p:cmAuthor id="36" name="MK626" initials="M" lastIdx="1" clrIdx="24"/>
  <p:cmAuthor id="37" name="Joan L_Vj2yBRzi" initials="J" lastIdx="0" clrIdx="0"/>
  <p:cmAuthor id="38" name="cgh" initials="c" lastIdx="1" clrIdx="29"/>
  <p:cmAuthor id="39" name="娇娇妹儿的电脑" initials="娇" lastIdx="2" clrIdx="32"/>
  <p:cmAuthor id="40" name="杨靖(008947)" initials="杨" lastIdx="1" clrIdx="19"/>
  <p:cmAuthor id="41" name="LD" initials="L" lastIdx="3" clrIdx="32"/>
  <p:cmAuthor id="42" name="阳昀辰" initials="阳" lastIdx="1" clrIdx="34"/>
  <p:cmAuthor id="43" name="TZB-FB" initials="T" lastIdx="1" clrIdx="42"/>
  <p:cmAuthor id="44" name="石青莲" initials="石" lastIdx="1" clrIdx="28"/>
  <p:cmAuthor id="45" name="admin" initials="a" lastIdx="1" clrIdx="36"/>
  <p:cmAuthor id="46" name="65796" initials="6" lastIdx="2" clrIdx="31"/>
  <p:cmAuthor id="47" name="岑德涛(032173)" initials="岑" lastIdx="1" clrIdx="43"/>
  <p:cmAuthor id="48" name="河 小悠" initials="河" lastIdx="2" clrIdx="31"/>
  <p:cmAuthor id="49" name="Ren yuling" initials="R" lastIdx="3" clrIdx="0"/>
  <p:cmAuthor id="50" name="e gang" initials="e" lastIdx="1" clrIdx="29"/>
  <p:cmAuthor id="51" name="邢绍文" initials="邢" lastIdx="0" clrIdx="0"/>
  <p:cmAuthor id="191251535" name="沈霄雷" initials="沈" lastIdx="833089" clrIdx="0"/>
  <p:cmAuthor id="52" name="未知用户6" initials="未" lastIdx="1" clrIdx="0"/>
  <p:cmAuthor id="53" name="未知用户60" initials="未" lastIdx="1" clrIdx="0"/>
  <p:cmAuthor id="54" name="陶 洋" initials="陶" lastIdx="1" clrIdx="11"/>
  <p:cmAuthor id="55" name="孙圈圈" initials="孙" lastIdx="982052" clrIdx="0"/>
  <p:cmAuthor id="56" name="王长江_yEBfu2MB" initials="王" lastIdx="0" clrIdx="0"/>
  <p:cmAuthor id="57" name="Unknown User25" initials="U" lastIdx="1" clrIdx="0"/>
  <p:cmAuthor id="58" name="Sky123.Org" initials="S" lastIdx="1" clrIdx="0"/>
  <p:cmAuthor id="210492766" name="S. Xi" initials="SX" lastIdx="1" clrIdx="7"/>
  <p:cmAuthor id="59" name="Unknown User26" initials="U" lastIdx="1" clrIdx="1"/>
  <p:cmAuthor id="60" name="未知的使用者198" initials="未" lastIdx="1" clrIdx="0"/>
  <p:cmAuthor id="210492768" name="Sun Quan" initials="cicc" lastIdx="2" clrIdx="37"/>
  <p:cmAuthor id="61" name="杜 斌" initials="杜" lastIdx="3" clrIdx="29"/>
  <p:cmAuthor id="210492769" name="13701792343@139.com" initials="1" lastIdx="1" clrIdx="34"/>
  <p:cmAuthor id="62" name="Daniel Wuu" initials="D" lastIdx="1" clrIdx="0"/>
  <p:cmAuthor id="63" name="Unknown User28" initials="U" lastIdx="3" clrIdx="1"/>
  <p:cmAuthor id="210492771" name="Yan Jin (IB)" initials="YJ(" lastIdx="8" clrIdx="40"/>
  <p:cmAuthor id="64" name="THINKPAD" initials="T" lastIdx="1" clrIdx="63"/>
  <p:cmAuthor id="210492772" name="洋 相" initials="洋相" lastIdx="1" clrIdx="64"/>
  <p:cmAuthor id="65" name="Unknown User11" initials="U" lastIdx="0" clrIdx="1"/>
  <p:cmAuthor id="66" name="px" initials="p" lastIdx="3" clrIdx="1"/>
  <p:cmAuthor id="67" name="Unknown User22" initials="U" lastIdx="1" clrIdx="0"/>
  <p:cmAuthor id="68" name="未知的使用者200" initials="未" lastIdx="1" clrIdx="0"/>
  <p:cmAuthor id="69" name="Unknown User23" initials="U" lastIdx="1" clrIdx="0"/>
  <p:cmAuthor id="70" name="未知的使用者5" initials="未" lastIdx="10" clrIdx="0"/>
  <p:cmAuthor id="71" name="未知的使用者112" initials="未" lastIdx="1" clrIdx="1"/>
  <p:cmAuthor id="72" name="未知的使用者181" initials="未" lastIdx="1" clrIdx="0"/>
  <p:cmAuthor id="73" name="liuhua" initials="l" lastIdx="1" clrIdx="72"/>
  <p:cmAuthor id="74" name="未知的使用者6" initials="未" lastIdx="1" clrIdx="0"/>
  <p:cmAuthor id="75" name="WWJ" initials="W" lastIdx="1" clrIdx="74"/>
  <p:cmAuthor id="76" name="AutoBVT" initials="A" lastIdx="1" clrIdx="25"/>
  <p:cmAuthor id="78" name="金 美娟" initials="金" lastIdx="1" clrIdx="27"/>
  <p:cmAuthor id="79" name="尤 杨" initials="尤" lastIdx="1" clrIdx="28"/>
  <p:cmAuthor id="80" name="杜静(006633)" initials="杜" lastIdx="2" clrIdx="29"/>
  <p:cmAuthor id="81" name="Songlan Weng (IB)" initials="SW(" lastIdx="0" clrIdx="30"/>
  <p:cmAuthor id="82" name="rita" initials="r" lastIdx="1" clrIdx="1"/>
  <p:cmAuthor id="83" name="Yijia" initials="Y" lastIdx="8" clrIdx="37"/>
  <p:cmAuthor id="84" name="surface" initials="s" lastIdx="80" clrIdx="33"/>
  <p:cmAuthor id="85" name="wang wei" initials="ww" lastIdx="2" clrIdx="34"/>
  <p:cmAuthor id="86" name="Junyi Tang (IB)" initials="JT(" lastIdx="4" clrIdx="35"/>
  <p:cmAuthor id="87" name="未知的使用者133" initials="未" lastIdx="1" clrIdx="0"/>
  <p:cmAuthor id="88" name="未知的使用者184" initials="未" lastIdx="8" clrIdx="0"/>
  <p:cmAuthor id="89" name="未知的使用者134" initials="未" lastIdx="1" clrIdx="0"/>
  <p:cmAuthor id="90" name="Unknown User1" initials="U" lastIdx="1" clrIdx="0"/>
  <p:cmAuthor id="91" name="未知的使用者135" initials="未" lastIdx="2" clrIdx="0"/>
  <p:cmAuthor id="92" name="未知的使用者185" initials="未" lastIdx="5" clrIdx="0"/>
  <p:cmAuthor id="93" name="未知的使用者136" initials="未" lastIdx="1" clrIdx="0"/>
  <p:cmAuthor id="94" name="未知用户1" initials="未" lastIdx="1" clrIdx="0"/>
  <p:cmAuthor id="95" name="未知的使用者137" initials="未" lastIdx="5" clrIdx="0"/>
  <p:cmAuthor id="96" name="未知的使用者186" initials="未" lastIdx="10" clrIdx="0"/>
  <p:cmAuthor id="97" name="未知的使用者138" initials="未" lastIdx="10" clrIdx="0"/>
  <p:cmAuthor id="98" name="未知的使用者4" initials="未" lastIdx="1" clrIdx="0"/>
  <p:cmAuthor id="99" name="未知的使用者139" initials="未" lastIdx="1" clrIdx="0"/>
  <p:cmAuthor id="100" name="未知的使用者187" initials="未" lastIdx="1" clrIdx="0"/>
  <p:cmAuthor id="101" name="未知的使用者140" initials="未" lastIdx="1" clrIdx="1"/>
  <p:cmAuthor id="102" name="未知用户18" initials="未" lastIdx="10" clrIdx="0"/>
  <p:cmAuthor id="103" name="未知的使用者197" initials="未" lastIdx="8" clrIdx="0"/>
  <p:cmAuthor id="104" name="未知的使用者201" initials="未" lastIdx="8" clrIdx="0"/>
  <p:cmAuthor id="105" name="未知的使用者162" initials="未" lastIdx="8" clrIdx="0"/>
  <p:cmAuthor id="106" name="未知用户21" initials="未" lastIdx="1" clrIdx="0"/>
  <p:cmAuthor id="107" name="未知的使用者163" initials="未" lastIdx="1" clrIdx="0"/>
  <p:cmAuthor id="108" name="未知的使用者202" initials="未" lastIdx="0" clrIdx="1"/>
  <p:cmAuthor id="109" name="未知的使用者170" initials="未" lastIdx="0" clrIdx="1"/>
  <p:cmAuthor id="110" name="未知用户9" initials="未" lastIdx="3" clrIdx="1"/>
  <p:cmAuthor id="111" name="未知的使用者165" initials="未" lastIdx="1" clrIdx="0"/>
  <p:cmAuthor id="112" name="未知的使用者171" initials="未" lastIdx="3" clrIdx="1"/>
  <p:cmAuthor id="113" name="未知的使用者158" initials="未" lastIdx="1" clrIdx="0"/>
  <p:cmAuthor id="114" name="未知的使用者19" initials="未" lastIdx="10" clrIdx="0"/>
  <p:cmAuthor id="115" name="未知的使用者148" initials="未" lastIdx="5" clrIdx="0"/>
  <p:cmAuthor id="116" name="未知的使用者195" initials="未" lastIdx="1" clrIdx="1"/>
  <p:cmAuthor id="117" name="陈明" initials="陈" lastIdx="1" clrIdx="280"/>
  <p:cmAuthor id="118" name="未知的使用者20" initials="未" lastIdx="1" clrIdx="0"/>
  <p:cmAuthor id="119" name="未知的使用者173" initials="未" lastIdx="6" clrIdx="0"/>
  <p:cmAuthor id="120" name="未知的使用者10" initials="未" lastIdx="3" clrIdx="1"/>
  <p:cmAuthor id="121" name="未知的使用者196" initials="未" lastIdx="1" clrIdx="0"/>
  <p:cmAuthor id="122" name="未知用户19" initials="未" lastIdx="1" clrIdx="0"/>
  <p:cmAuthor id="123" name="未知的使用者175" initials="未" lastIdx="2" clrIdx="0"/>
  <p:cmAuthor id="124" name="lilan" initials="l" lastIdx="1" clrIdx="0"/>
  <p:cmAuthor id="125" name="未知的使用者203" initials="未" lastIdx="1" clrIdx="0"/>
  <p:cmAuthor id="126" name="未知的使用者17" initials="未" lastIdx="8" clrIdx="0"/>
  <p:cmAuthor id="127" name="未知的使用者204" initials="未" lastIdx="1" clrIdx="0"/>
  <p:cmAuthor id="128" name="未知的使用者18" initials="未" lastIdx="1" clrIdx="0"/>
  <p:cmAuthor id="129" name="未知的使用者41" initials="未" lastIdx="5" clrIdx="1"/>
  <p:cmAuthor id="130" name="未知的使用者15" initials="未" lastIdx="1" clrIdx="0"/>
  <p:cmAuthor id="131" name="未知的使用者42" initials="未" lastIdx="1" clrIdx="1"/>
  <p:cmAuthor id="132" name="Charley" initials="C" lastIdx="1" clrIdx="0"/>
  <p:cmAuthor id="133" name="Evonlin" initials="E" lastIdx="2" clrIdx="2"/>
  <p:cmAuthor id="134" name="Deanna Schuler (Bookey Consulting)" initials="D" lastIdx="2" clrIdx="0"/>
  <p:cmAuthor id="135" name="未知的使用者39" initials="未" lastIdx="10" clrIdx="0"/>
  <p:cmAuthor id="136" name="Wenwen" initials="W" lastIdx="1" clrIdx="1"/>
  <p:cmAuthor id="137" name="未知的使用者38" initials="未" lastIdx="1" clrIdx="0"/>
  <p:cmAuthor id="138" name="LiuHui" initials="L" lastIdx="1" clrIdx="0"/>
  <p:cmAuthor id="139" name="未知用户37" initials="未" lastIdx="8" clrIdx="0"/>
  <p:cmAuthor id="140" name="P1063cindychen" initials="P" lastIdx="6" clrIdx="0"/>
  <p:cmAuthor id="141" name="未知用户38" initials="未" lastIdx="8" clrIdx="0"/>
  <p:cmAuthor id="142" name="AbuSina" initials="A" lastIdx="2" clrIdx="0"/>
  <p:cmAuthor id="143" name="未知用户39" initials="未" lastIdx="1" clrIdx="0"/>
  <p:cmAuthor id="144" name="Admin" initials="A" lastIdx="1" clrIdx="2"/>
  <p:cmAuthor id="145" name="廖麗華" initials="廖" lastIdx="1" clrIdx="0"/>
  <p:cmAuthor id="146" name="未知的使用者64" initials="未" lastIdx="8" clrIdx="0"/>
  <p:cmAuthor id="147" name="P00035_jeremy" initials="P" lastIdx="1" clrIdx="0"/>
  <p:cmAuthor id="148" name="未知的使用者65" initials="未" lastIdx="1" clrIdx="0"/>
  <p:cmAuthor id="149" name="未知的使用者12" initials="未" lastIdx="1" clrIdx="0"/>
  <p:cmAuthor id="150" name="未知的使用者66" initials="未" lastIdx="1" clrIdx="0"/>
  <p:cmAuthor id="151" name="未知的使用者13" initials="未" lastIdx="5" clrIdx="1"/>
  <p:cmAuthor id="152" name="未知的使用者57" initials="未" lastIdx="1" clrIdx="0"/>
  <p:cmAuthor id="153" name="未知的使用者14" initials="未" lastIdx="0" clrIdx="1"/>
  <p:cmAuthor id="154" name="未知用户35" initials="未" lastIdx="1" clrIdx="0"/>
  <p:cmAuthor id="155" name="未知的使用者7" initials="未" lastIdx="1" clrIdx="0"/>
  <p:cmAuthor id="156" name="未知用户36" initials="未" lastIdx="1" clrIdx="0"/>
  <p:cmAuthor id="157" name="未知的使用者8" initials="未" lastIdx="1" clrIdx="0"/>
  <p:cmAuthor id="158" name="未知用户26" initials="未" lastIdx="1" clrIdx="0"/>
  <p:cmAuthor id="2000" name="邵翊庭_JNfyMbuY" initials="authorId_668815776" lastIdx="1630365236" clrIdx="0"/>
  <p:cmAuthor id="159" name="未知的使用者9" initials="未" lastIdx="1" clrIdx="0"/>
  <p:cmAuthor id="2001" name="lws" initials="l" lastIdx="1" clrIdx="29"/>
  <p:cmAuthor id="160" name="未知用户23" initials="未" lastIdx="1" clrIdx="0"/>
  <p:cmAuthor id="2002" name="王倩_ayyeE3UF" initials="authorId_7046" lastIdx="0" clrIdx="0"/>
  <p:cmAuthor id="161" name="未知的使用者11" initials="未" lastIdx="0" clrIdx="1"/>
  <p:cmAuthor id="2003" name="张丽萍_7ru23m2A" initials="authorId_9664" lastIdx="0" clrIdx="0"/>
  <p:cmAuthor id="162" name="未知用户29" initials="未" lastIdx="1" clrIdx="0"/>
  <p:cmAuthor id="2004" name="钱诚Tom_3uIrbEfm" initials="authorId_596790032" lastIdx="0" clrIdx="0"/>
  <p:cmAuthor id="163" name="未知的使用者27" initials="未" lastIdx="1" clrIdx="0"/>
  <p:cmAuthor id="164" name="未知用户30" initials="未" lastIdx="2" clrIdx="0"/>
  <p:cmAuthor id="165" name="未知的使用者28" initials="未" lastIdx="3" clrIdx="1"/>
  <p:cmAuthor id="166" name="未知用户31" initials="未" lastIdx="1" clrIdx="1"/>
  <p:cmAuthor id="167" name="未知的使用者29" initials="未" lastIdx="1" clrIdx="1"/>
  <p:cmAuthor id="168" name="未知用户32" initials="未" lastIdx="1" clrIdx="0"/>
  <p:cmAuthor id="169" name="未知的使用者21" initials="未" lastIdx="1" clrIdx="0"/>
  <p:cmAuthor id="170" name="未知用户33" initials="未" lastIdx="1" clrIdx="0"/>
  <p:cmAuthor id="171" name="未知的使用者22" initials="未" lastIdx="3" clrIdx="1"/>
  <p:cmAuthor id="172" name="未知用户34" initials="未" lastIdx="2" clrIdx="0"/>
  <p:cmAuthor id="173" name="未知的使用者23" initials="未" lastIdx="1" clrIdx="1"/>
  <p:cmAuthor id="174" name="huang gerrard" initials="h" lastIdx="1" clrIdx="0"/>
  <p:cmAuthor id="175" name="未知的使用者24" initials="未" lastIdx="1" clrIdx="0"/>
  <p:cmAuthor id="176" name="未知的使用者25" initials="未" lastIdx="3" clrIdx="1"/>
  <p:cmAuthor id="177" name="未知的使用者26" initials="未" lastIdx="1" clrIdx="1"/>
  <p:cmAuthor id="178" name="August" initials="A" lastIdx="1" clrIdx="0"/>
  <p:cmAuthor id="179" name="qihua-DCMS" initials="q" lastIdx="0" clrIdx="0"/>
  <p:cmAuthor id="180" name="未知用户5" initials="未" lastIdx="1" clrIdx="0"/>
  <p:cmAuthor id="181" name="YUMINGNJ" initials="Y" lastIdx="3" clrIdx="0"/>
  <p:cmAuthor id="182" name="daphne" initials="d" lastIdx="1" clrIdx="0"/>
  <p:cmAuthor id="183" name="未知用户8" initials="未" lastIdx="1" clrIdx="0"/>
  <p:cmAuthor id="184" name="Unknown User7" initials="U" lastIdx="1" clrIdx="0"/>
  <p:cmAuthor id="185" name="Unknown User8" initials="U" lastIdx="1" clrIdx="0"/>
  <p:cmAuthor id="186" name="未知用户15" initials="未" lastIdx="1" clrIdx="0"/>
  <p:cmAuthor id="187" name="未知用户13" initials="未" lastIdx="1" clrIdx="0"/>
  <p:cmAuthor id="188" name="未知用户14" initials="未" lastIdx="1" clrIdx="0"/>
  <p:cmAuthor id="189" name="Jason Wang" initials="J" lastIdx="1" clrIdx="0"/>
  <p:cmAuthor id="190" name="未知的使用者3" initials="未" lastIdx="0" clrIdx="1"/>
  <p:cmAuthor id="191" name="qiantong" initials="q" lastIdx="3" clrIdx="1"/>
  <p:cmAuthor id="192" name="116304" initials="1" lastIdx="1" clrIdx="1"/>
  <p:cmAuthor id="193" name="未知的使用者16" initials="未" lastIdx="6" clrIdx="0"/>
  <p:cmAuthor id="194" name="未知的使用者30" initials="未" lastIdx="8" clrIdx="0"/>
  <p:cmAuthor id="195" name="未知的使用者31" initials="未" lastIdx="1" clrIdx="0"/>
  <p:cmAuthor id="196" name="未知的使用者32" initials="未" lastIdx="1" clrIdx="0"/>
  <p:cmAuthor id="197" name="未知的使用者51" initials="未" lastIdx="10" clrIdx="0"/>
  <p:cmAuthor id="198" name="未知的使用者53" initials="未" lastIdx="1" clrIdx="0"/>
  <p:cmAuthor id="199" name="未知的使用者46" initials="未" lastIdx="1" clrIdx="1"/>
  <p:cmAuthor id="200" name="yuanzh" initials="y" lastIdx="1" clrIdx="1"/>
  <p:cmAuthor id="201" name="曾红" initials="曾" lastIdx="0" clrIdx="0"/>
  <p:cmAuthor id="400715022" name="GUO ZI" initials="GZ" lastIdx="1" clrIdx="19"/>
  <p:cmAuthor id="202" name="未知用户16" initials="未" lastIdx="1" clrIdx="0"/>
  <p:cmAuthor id="203" name="未知用户17" initials="未" lastIdx="0" clrIdx="1"/>
  <p:cmAuthor id="204" name="mm" initials="m" lastIdx="1" clrIdx="0"/>
  <p:cmAuthor id="205" name="liupeng" initials="l" lastIdx="1" clrIdx="1"/>
  <p:cmAuthor id="206" name="周宏達JerryChou" initials="周" lastIdx="6" clrIdx="2"/>
  <p:cmAuthor id="207" name="luxu" initials="l" lastIdx="22" clrIdx="0"/>
  <p:cmAuthor id="208" name="hl sun" initials="h" lastIdx="1" clrIdx="0"/>
  <p:cmAuthor id="209" name="未知的使用者50" initials="未" lastIdx="1" clrIdx="0"/>
  <p:cmAuthor id="210" name="未知的使用者48" initials="未" lastIdx="1" clrIdx="0"/>
  <p:cmAuthor id="211" name="未知的使用者49" initials="未" lastIdx="1" clrIdx="0"/>
  <p:cmAuthor id="212" name="未知用户22" initials="未" lastIdx="1" clrIdx="0"/>
  <p:cmAuthor id="213" name="未知用户24" initials="未" lastIdx="1" clrIdx="0"/>
  <p:cmAuthor id="215" name="朱晓瑜" initials="朱" lastIdx="54" clrIdx="0"/>
  <p:cmAuthor id="217" name="djj" initials="d" lastIdx="2" clrIdx="0"/>
  <p:cmAuthor id="218" name="張秀娟" initials="張" lastIdx="1" clrIdx="2"/>
  <p:cmAuthor id="219" name="lianghb" initials="l" lastIdx="19" clrIdx="0"/>
  <p:cmAuthor id="220" name="Shawna Strickland" initials="S" lastIdx="2" clrIdx="0"/>
  <p:cmAuthor id="221" name="linyd" initials="l" lastIdx="3" clrIdx="1"/>
  <p:cmAuthor id="222" name="Ashley Eberenz" initials="A" lastIdx="7" clrIdx="1"/>
  <p:cmAuthor id="223" name="muzi wei" initials="m" lastIdx="1" clrIdx="0"/>
  <p:cmAuthor id="224" name="Windows 用户" initials="W" lastIdx="1" clrIdx="0"/>
  <p:cmAuthor id="225" name="未知用户56" initials="未" lastIdx="1" clrIdx="0"/>
  <p:cmAuthor id="226" name="未知用户55" initials="未" lastIdx="1" clrIdx="0"/>
  <p:cmAuthor id="227" name="未知用户51" initials="未" lastIdx="1" clrIdx="1"/>
  <p:cmAuthor id="228" name="LeeElva" initials="L" lastIdx="1" clrIdx="0"/>
  <p:cmAuthor id="229" name="唐可欣" initials="唐" lastIdx="1" clrIdx="0"/>
  <p:cmAuthor id="230" name="未知的使用者36" initials="未" lastIdx="10" clrIdx="0"/>
  <p:cmAuthor id="231" name="未知的使用者35" initials="未" lastIdx="1" clrIdx="0"/>
  <p:cmAuthor id="232" name="未知的使用者33" initials="未" lastIdx="1" clrIdx="0"/>
  <p:cmAuthor id="233" name="王鹏凯" initials="王" lastIdx="1" clrIdx="0"/>
  <p:cmAuthor id="234" name="未知的使用者34" initials="未" lastIdx="1" clrIdx="0"/>
  <p:cmAuthor id="235" name="未知用户25" initials="未" lastIdx="1" clrIdx="0"/>
  <p:cmAuthor id="236" name="未知用户28" initials="未" lastIdx="5" clrIdx="1"/>
  <p:cmAuthor id="237" name="未知用户27" initials="未" lastIdx="1" clrIdx="1"/>
  <p:cmAuthor id="238" name="未知用户12" initials="未" lastIdx="8" clrIdx="0"/>
  <p:cmAuthor id="239" name="未知的使用者37" initials="未" lastIdx="8" clrIdx="0"/>
  <p:cmAuthor id="240" name="Harry xu" initials="H" lastIdx="1" clrIdx="0"/>
  <p:cmAuthor id="241" name="未知的使用者59" initials="未" lastIdx="8" clrIdx="0"/>
  <p:cmAuthor id="242" name="未知的使用者60" initials="未" lastIdx="1" clrIdx="0"/>
  <p:cmAuthor id="243" name="未知的使用者54" initials="未" lastIdx="1" clrIdx="0"/>
  <p:cmAuthor id="244" name="未知用户47" initials="未" lastIdx="6" clrIdx="0"/>
  <p:cmAuthor id="245" name="未知用户53" initials="未" lastIdx="10" clrIdx="0"/>
  <p:cmAuthor id="246" name="未知用户48" initials="未" lastIdx="1" clrIdx="0"/>
  <p:cmAuthor id="247" name="未知用户49" initials="未" lastIdx="1" clrIdx="0"/>
  <p:cmAuthor id="248" name="未知的使用者56" initials="未" lastIdx="6" clrIdx="0"/>
  <p:cmAuthor id="249" name="未知的使用者61" initials="未" lastIdx="1" clrIdx="0"/>
  <p:cmAuthor id="250" name="未知的使用者62" initials="未" lastIdx="1" clrIdx="1"/>
  <p:cmAuthor id="251" name="未知的使用者58" initials="未" lastIdx="1" clrIdx="0"/>
  <p:cmAuthor id="252" name="未知用户50" initials="未" lastIdx="1" clrIdx="0"/>
  <p:cmAuthor id="253" name="未知用户52" initials="未" lastIdx="1" clrIdx="0"/>
  <p:cmAuthor id="254" name="未知的使用者120" initials="未" lastIdx="1" clrIdx="0"/>
  <p:cmAuthor id="255" name="未知的使用者109" initials="未" lastIdx="5" clrIdx="1"/>
  <p:cmAuthor id="256" name="未知的使用者110" initials="未" lastIdx="1" clrIdx="1"/>
  <p:cmAuthor id="257" name="未知的使用者111" initials="未" lastIdx="1" clrIdx="0"/>
  <p:cmAuthor id="258" name="未知的使用者121" initials="未" lastIdx="1" clrIdx="0"/>
  <p:cmAuthor id="259" name="thomas" initials="t" lastIdx="1" clrIdx="49"/>
  <p:cmAuthor id="260" name="未知的使用者113" initials="未" lastIdx="1" clrIdx="0"/>
  <p:cmAuthor id="261" name="未知的使用者122" initials="未" lastIdx="1" clrIdx="0"/>
  <p:cmAuthor id="262" name="未知的使用者123" initials="未" lastIdx="8" clrIdx="0"/>
  <p:cmAuthor id="263" name="未知的使用者124" initials="未" lastIdx="8" clrIdx="0"/>
  <p:cmAuthor id="264" name="未知的使用者125" initials="未" lastIdx="1" clrIdx="0"/>
  <p:cmAuthor id="265" name="未知的使用者118" initials="未" lastIdx="1" clrIdx="0"/>
  <p:cmAuthor id="266" name="未知的使用者126" initials="未" lastIdx="1" clrIdx="0"/>
  <p:cmAuthor id="267" name="未知用户57" initials="未" lastIdx="1" clrIdx="0"/>
  <p:cmAuthor id="268" name="未知用户58" initials="未" lastIdx="5" clrIdx="1"/>
  <p:cmAuthor id="269" name="未知用户59" initials="未" lastIdx="0" clrIdx="1"/>
  <p:cmAuthor id="270" name="yuexuejun" initials="y" lastIdx="3" clrIdx="0"/>
  <p:cmAuthor id="271" name="未知的使用者74" initials="未" lastIdx="8" clrIdx="0"/>
  <p:cmAuthor id="272" name="未知的使用者76" initials="未" lastIdx="1" clrIdx="0"/>
  <p:cmAuthor id="273" name="未知的使用者70" initials="未" lastIdx="1" clrIdx="0"/>
  <p:cmAuthor id="274" name="未知的使用者73" initials="未" lastIdx="1" clrIdx="0"/>
  <p:cmAuthor id="275" name="未知的使用者67" initials="未" lastIdx="8" clrIdx="0"/>
  <p:cmAuthor id="276" name="未知的使用者68" initials="未" lastIdx="1" clrIdx="0"/>
  <p:cmAuthor id="277" name="未知的使用者69" initials="未" lastIdx="1" clrIdx="0"/>
  <p:cmAuthor id="278" name="未知的使用者43" initials="未" lastIdx="1" clrIdx="0"/>
  <p:cmAuthor id="279" name="未知的使用者40" initials="未" lastIdx="1" clrIdx="0"/>
  <p:cmAuthor id="280" name="未知的使用者55" initials="未" lastIdx="1" clrIdx="0"/>
  <p:cmAuthor id="281" name="未知的使用者52" initials="未" lastIdx="1" clrIdx="1"/>
  <p:cmAuthor id="282" name="kingdee" initials="k" lastIdx="5" clrIdx="51"/>
  <p:cmAuthor id="285" name="小灰" initials="o" lastIdx="1" clrIdx="284"/>
  <p:cmAuthor id="295" name="蒋敏辉" initials="jmh" lastIdx="1" clrIdx="294"/>
  <p:cmAuthor id="296" name="nll" initials="n" lastIdx="1" clrIdx="295"/>
  <p:cmAuthor id="300" name="lee" initials="l" lastIdx="1" clrIdx="299"/>
  <p:cmAuthor id="303" name="付必宇" initials="o" lastIdx="1" clrIdx="302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70C0"/>
    <a:srgbClr val="5B9BD5"/>
    <a:srgbClr val="BDD7EE"/>
    <a:srgbClr val="555555"/>
    <a:srgbClr val="D2DEEF"/>
    <a:srgbClr val="CC3300"/>
    <a:srgbClr val="CC3200"/>
    <a:srgbClr val="ED7D31"/>
    <a:srgbClr val="0000FF"/>
    <a:srgbClr val="E7180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7748" autoAdjust="0"/>
  </p:normalViewPr>
  <p:slideViewPr>
    <p:cSldViewPr snapToGrid="0" showGuides="1">
      <p:cViewPr varScale="1">
        <p:scale>
          <a:sx n="77" d="100"/>
          <a:sy n="77" d="100"/>
        </p:scale>
        <p:origin x="883" y="58"/>
      </p:cViewPr>
      <p:guideLst>
        <p:guide orient="horz" pos="2160"/>
        <p:guide orient="horz" pos="790"/>
        <p:guide pos="6872"/>
        <p:guide pos="7296"/>
        <p:guide pos="428"/>
        <p:guide pos="635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5" cy="72005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1.xml"/><Relationship Id="rId8" Type="http://schemas.openxmlformats.org/officeDocument/2006/relationships/slideMaster" Target="slideMasters/slideMaster7.xml"/><Relationship Id="rId7" Type="http://schemas.openxmlformats.org/officeDocument/2006/relationships/slideMaster" Target="slideMasters/slideMaster6.xml"/><Relationship Id="rId6" Type="http://schemas.openxmlformats.org/officeDocument/2006/relationships/slideMaster" Target="slideMasters/slideMaster5.xml"/><Relationship Id="rId5" Type="http://schemas.openxmlformats.org/officeDocument/2006/relationships/slideMaster" Target="slideMasters/slideMaster4.xml"/><Relationship Id="rId4" Type="http://schemas.openxmlformats.org/officeDocument/2006/relationships/slideMaster" Target="slideMasters/slideMaster3.xml"/><Relationship Id="rId3" Type="http://schemas.openxmlformats.org/officeDocument/2006/relationships/slideMaster" Target="slideMasters/slideMaster2.xml"/><Relationship Id="rId27" Type="http://schemas.openxmlformats.org/officeDocument/2006/relationships/tags" Target="tags/tag1.xml"/><Relationship Id="rId26" Type="http://schemas.openxmlformats.org/officeDocument/2006/relationships/commentAuthors" Target="commentAuthors.xml"/><Relationship Id="rId25" Type="http://schemas.openxmlformats.org/officeDocument/2006/relationships/tableStyles" Target="tableStyles.xml"/><Relationship Id="rId24" Type="http://schemas.openxmlformats.org/officeDocument/2006/relationships/viewProps" Target="viewProps.xml"/><Relationship Id="rId23" Type="http://schemas.openxmlformats.org/officeDocument/2006/relationships/presProps" Target="presProps.xml"/><Relationship Id="rId22" Type="http://schemas.openxmlformats.org/officeDocument/2006/relationships/handoutMaster" Target="handoutMasters/handoutMaster1.xml"/><Relationship Id="rId21" Type="http://schemas.openxmlformats.org/officeDocument/2006/relationships/notesMaster" Target="notesMasters/notesMaster1.xml"/><Relationship Id="rId20" Type="http://schemas.openxmlformats.org/officeDocument/2006/relationships/slide" Target="slides/slide12.xml"/><Relationship Id="rId2" Type="http://schemas.openxmlformats.org/officeDocument/2006/relationships/theme" Target="theme/theme1.xml"/><Relationship Id="rId19" Type="http://schemas.openxmlformats.org/officeDocument/2006/relationships/slide" Target="slides/slide11.xml"/><Relationship Id="rId18" Type="http://schemas.openxmlformats.org/officeDocument/2006/relationships/slide" Target="slides/slide10.xml"/><Relationship Id="rId17" Type="http://schemas.openxmlformats.org/officeDocument/2006/relationships/slide" Target="slides/slide9.xml"/><Relationship Id="rId16" Type="http://schemas.openxmlformats.org/officeDocument/2006/relationships/slide" Target="slides/slide8.xml"/><Relationship Id="rId15" Type="http://schemas.openxmlformats.org/officeDocument/2006/relationships/slide" Target="slides/slide7.xml"/><Relationship Id="rId14" Type="http://schemas.openxmlformats.org/officeDocument/2006/relationships/slide" Target="slides/slide6.xml"/><Relationship Id="rId13" Type="http://schemas.openxmlformats.org/officeDocument/2006/relationships/slide" Target="slides/slide5.xml"/><Relationship Id="rId12" Type="http://schemas.openxmlformats.org/officeDocument/2006/relationships/slide" Target="slides/slide4.xml"/><Relationship Id="rId11" Type="http://schemas.openxmlformats.org/officeDocument/2006/relationships/slide" Target="slides/slide3.xml"/><Relationship Id="rId10" Type="http://schemas.openxmlformats.org/officeDocument/2006/relationships/slide" Target="slides/slide2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9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19748" cy="54065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18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16573" y="0"/>
            <a:ext cx="2919748" cy="54065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180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10234923"/>
            <a:ext cx="2919748" cy="540649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8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16573" y="10234923"/>
            <a:ext cx="2919748" cy="540649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180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8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页眉占位符 1"/>
          <p:cNvSpPr>
            <a:spLocks noGrp="1" noChangeArrowheads="1"/>
          </p:cNvSpPr>
          <p:nvPr>
            <p:ph type="hdr" sz="quarter" idx="4294967295"/>
          </p:nvPr>
        </p:nvSpPr>
        <p:spPr bwMode="auto">
          <a:xfrm>
            <a:off x="1" y="0"/>
            <a:ext cx="2942512" cy="496332"/>
          </a:xfrm>
          <a:prstGeom prst="rect">
            <a:avLst/>
          </a:prstGeom>
          <a:noFill/>
          <a:ln>
            <a:noFill/>
          </a:ln>
        </p:spPr>
        <p:txBody>
          <a:bodyPr vert="horz" wrap="square" lIns="94516" tIns="47258" rIns="94516" bIns="47258" numCol="1" anchor="t" anchorCtr="0" compatLnSpc="1"/>
          <a:lstStyle>
            <a:lvl1pPr eaLnBrk="1" hangingPunct="1">
              <a:buFont typeface="Arial" panose="020B0604020202020204" pitchFamily="34" charset="0"/>
              <a:buNone/>
              <a:defRPr sz="1200"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123" name="日期占位符 2"/>
          <p:cNvSpPr>
            <a:spLocks noGrp="1" noChangeArrowheads="1"/>
          </p:cNvSpPr>
          <p:nvPr>
            <p:ph type="dt" idx="9"/>
          </p:nvPr>
        </p:nvSpPr>
        <p:spPr bwMode="auto">
          <a:xfrm>
            <a:off x="3847296" y="0"/>
            <a:ext cx="2947233" cy="496332"/>
          </a:xfrm>
          <a:prstGeom prst="rect">
            <a:avLst/>
          </a:prstGeom>
          <a:noFill/>
          <a:ln>
            <a:noFill/>
          </a:ln>
        </p:spPr>
        <p:txBody>
          <a:bodyPr vert="horz" wrap="square" lIns="94516" tIns="47258" rIns="94516" bIns="47258" numCol="1" anchor="t" anchorCtr="0" compatLnSpc="1"/>
          <a:lstStyle>
            <a:lvl1pPr algn="r" eaLnBrk="1" hangingPunct="1">
              <a:buFont typeface="Arial" panose="020B0604020202020204" pitchFamily="34" charset="0"/>
              <a:buNone/>
              <a:defRPr sz="1200"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148" name="幻灯片图像占位符 3"/>
          <p:cNvSpPr>
            <a:spLocks noGrp="1" noRot="1" noChangeAspect="1"/>
          </p:cNvSpPr>
          <p:nvPr>
            <p:ph type="sldImg"/>
          </p:nvPr>
        </p:nvSpPr>
        <p:spPr>
          <a:xfrm>
            <a:off x="419100" y="1239838"/>
            <a:ext cx="5954713" cy="3349625"/>
          </a:xfrm>
          <a:prstGeom prst="rect">
            <a:avLst/>
          </a:prstGeom>
          <a:noFill/>
          <a:ln w="9525">
            <a:noFill/>
          </a:ln>
        </p:spPr>
      </p:sp>
      <p:sp>
        <p:nvSpPr>
          <p:cNvPr id="5125" name="备注占位符 4"/>
          <p:cNvSpPr>
            <a:spLocks noGrp="1" noRot="1" noChangeAspect="1" noChangeArrowheads="1"/>
          </p:cNvSpPr>
          <p:nvPr/>
        </p:nvSpPr>
        <p:spPr bwMode="auto">
          <a:xfrm>
            <a:off x="676620" y="4773748"/>
            <a:ext cx="5438140" cy="3908614"/>
          </a:xfrm>
          <a:prstGeom prst="rect">
            <a:avLst/>
          </a:prstGeom>
          <a:noFill/>
          <a:ln>
            <a:noFill/>
          </a:ln>
        </p:spPr>
        <p:txBody>
          <a:bodyPr lIns="94516" tIns="47258" rIns="94516" bIns="47258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单击此处编辑母版文本样式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第二级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第三级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第四级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第五级</a:t>
            </a: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126" name="页脚占位符 5"/>
          <p:cNvSpPr>
            <a:spLocks noGrp="1" noChangeArrowheads="1"/>
          </p:cNvSpPr>
          <p:nvPr>
            <p:ph type="ftr" sz="quarter" idx="19"/>
          </p:nvPr>
        </p:nvSpPr>
        <p:spPr bwMode="auto">
          <a:xfrm>
            <a:off x="1" y="9425136"/>
            <a:ext cx="2942512" cy="498056"/>
          </a:xfrm>
          <a:prstGeom prst="rect">
            <a:avLst/>
          </a:prstGeom>
          <a:noFill/>
          <a:ln>
            <a:noFill/>
          </a:ln>
        </p:spPr>
        <p:txBody>
          <a:bodyPr vert="horz" wrap="square" lIns="94516" tIns="47258" rIns="94516" bIns="47258" numCol="1" anchor="b" anchorCtr="0" compatLnSpc="1"/>
          <a:lstStyle>
            <a:lvl1pPr eaLnBrk="1" hangingPunct="1">
              <a:buFont typeface="Arial" panose="020B0604020202020204" pitchFamily="34" charset="0"/>
              <a:buNone/>
              <a:defRPr sz="1200"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127" name="灯片编号占位符 6"/>
          <p:cNvSpPr>
            <a:spLocks noGrp="1" noChangeArrowheads="1"/>
          </p:cNvSpPr>
          <p:nvPr>
            <p:ph type="sldNum" sz="quarter" idx="29"/>
          </p:nvPr>
        </p:nvSpPr>
        <p:spPr bwMode="auto">
          <a:xfrm>
            <a:off x="3847296" y="9425136"/>
            <a:ext cx="2947233" cy="498056"/>
          </a:xfrm>
          <a:prstGeom prst="rect">
            <a:avLst/>
          </a:prstGeom>
          <a:noFill/>
          <a:ln>
            <a:noFill/>
          </a:ln>
        </p:spPr>
        <p:txBody>
          <a:bodyPr vert="horz" wrap="square" lIns="94516" tIns="47258" rIns="94516" bIns="47258" numCol="1" anchor="b" anchorCtr="0" compatLnSpc="1"/>
          <a:lstStyle/>
          <a:p>
            <a:pPr lvl="0" algn="r" eaLnBrk="1" fontAlgn="base" hangingPunct="1">
              <a:buChar char="•"/>
            </a:pPr>
            <a:fld id="{9A0DB2DC-4C9A-4742-B13C-FB6460FD3503}" type="slidenum">
              <a:rPr lang="zh-CN" altLang="en-US" strike="noStrike" noProof="1" dirty="0">
                <a:latin typeface="Arial" panose="020B0604020202020204" pitchFamily="34" charset="0"/>
                <a:ea typeface="宋体" panose="02010600030101010101" pitchFamily="2" charset="-122"/>
                <a:cs typeface="+mn-ea"/>
              </a:rPr>
            </a:fld>
            <a:endParaRPr lang="zh-CN" altLang="en-US" sz="1200" strike="noStrike" noProof="1"/>
          </a:p>
        </p:txBody>
      </p:sp>
    </p:spTree>
  </p:cSld>
  <p:clrMap bg1="dk2" tx1="lt1" bg2="dk1" tx2="lt2" accent1="accent1" accent2="accent2" accent3="accent3" accent4="accent4" accent5="accent5" accent6="accent6" hlink="hlink" folHlink="folHlink"/>
  <p:hf sldNum="0" hdr="0" ftr="0" dt="0"/>
  <p:notesStyle>
    <a:lvl1pPr algn="l" defTabSz="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algn="l" defTabSz="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algn="l" defTabSz="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algn="l" defTabSz="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algn="l" defTabSz="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fontAlgn="base"/>
            <a:r>
              <a:rPr lang="zh-CN" altLang="en-US" strike="noStrike" noProof="1"/>
              <a:t>单击此处编辑母版副标题样式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zh-CN" sz="9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zh-CN" sz="9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algn="r" fontAlgn="base">
              <a:buChar char="•"/>
            </a:pPr>
            <a:fld id="{9A0DB2DC-4C9A-4742-B13C-FB6460FD3503}" type="slidenum">
              <a:rPr lang="zh-CN" altLang="en-US" sz="1000" strike="noStrike" noProof="1" dirty="0">
                <a:solidFill>
                  <a:srgbClr val="7F7F7F"/>
                </a:solidFill>
                <a:latin typeface="Calibri" panose="020F0502020204030204" pitchFamily="34" charset="0"/>
                <a:ea typeface="宋体" panose="02010600030101010101" pitchFamily="2" charset="-122"/>
                <a:cs typeface="+mn-ea"/>
                <a:sym typeface="Calibri" panose="020F0502020204030204" pitchFamily="34" charset="0"/>
              </a:rPr>
            </a:fld>
            <a:endParaRPr lang="zh-CN" altLang="en-US" sz="1000" strike="noStrike" noProof="1">
              <a:solidFill>
                <a:srgbClr val="7F7F7F"/>
              </a:solidFill>
              <a:latin typeface="Calibri" panose="020F0502020204030204" pitchFamily="34" charset="0"/>
              <a:sym typeface="Calibri" panose="020F0502020204030204" pitchFamily="34" charset="0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base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base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base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base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zh-CN" sz="9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zh-CN" sz="9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algn="r" fontAlgn="base">
              <a:buChar char="•"/>
            </a:pPr>
            <a:fld id="{9A0DB2DC-4C9A-4742-B13C-FB6460FD3503}" type="slidenum">
              <a:rPr lang="zh-CN" altLang="en-US" sz="1000" strike="noStrike" noProof="1" dirty="0">
                <a:solidFill>
                  <a:srgbClr val="7F7F7F"/>
                </a:solidFill>
                <a:latin typeface="Calibri" panose="020F0502020204030204" pitchFamily="34" charset="0"/>
                <a:ea typeface="宋体" panose="02010600030101010101" pitchFamily="2" charset="-122"/>
                <a:cs typeface="+mn-ea"/>
                <a:sym typeface="Calibri" panose="020F0502020204030204" pitchFamily="34" charset="0"/>
              </a:rPr>
            </a:fld>
            <a:endParaRPr lang="zh-CN" altLang="en-US" sz="1000" strike="noStrike" noProof="1">
              <a:solidFill>
                <a:srgbClr val="7F7F7F"/>
              </a:solidFill>
              <a:latin typeface="Calibri" panose="020F0502020204030204" pitchFamily="34" charset="0"/>
              <a:sym typeface="Calibri" panose="020F0502020204030204" pitchFamily="34" charset="0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zh-CN" sz="9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zh-CN" sz="9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algn="r" fontAlgn="base">
              <a:buChar char="•"/>
            </a:pPr>
            <a:fld id="{9A0DB2DC-4C9A-4742-B13C-FB6460FD3503}" type="slidenum">
              <a:rPr lang="zh-CN" altLang="en-US" sz="1000" strike="noStrike" noProof="1" dirty="0">
                <a:solidFill>
                  <a:srgbClr val="7F7F7F"/>
                </a:solidFill>
                <a:latin typeface="Calibri" panose="020F0502020204030204" pitchFamily="34" charset="0"/>
                <a:ea typeface="宋体" panose="02010600030101010101" pitchFamily="2" charset="-122"/>
                <a:cs typeface="+mn-ea"/>
                <a:sym typeface="Calibri" panose="020F0502020204030204" pitchFamily="34" charset="0"/>
              </a:rPr>
            </a:fld>
            <a:endParaRPr lang="zh-CN" altLang="en-US" sz="1000" strike="noStrike" noProof="1">
              <a:solidFill>
                <a:srgbClr val="7F7F7F"/>
              </a:solidFill>
              <a:latin typeface="Calibri" panose="020F0502020204030204" pitchFamily="34" charset="0"/>
              <a:sym typeface="Calibri" panose="020F0502020204030204" pitchFamily="34" charset="0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base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base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base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base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base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base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base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base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zh-CN" sz="9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zh-CN" sz="9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algn="r" fontAlgn="base">
              <a:buChar char="•"/>
            </a:pPr>
            <a:fld id="{9A0DB2DC-4C9A-4742-B13C-FB6460FD3503}" type="slidenum">
              <a:rPr lang="zh-CN" altLang="en-US" sz="1000" strike="noStrike" noProof="1" dirty="0">
                <a:solidFill>
                  <a:srgbClr val="7F7F7F"/>
                </a:solidFill>
                <a:latin typeface="Calibri" panose="020F0502020204030204" pitchFamily="34" charset="0"/>
                <a:ea typeface="宋体" panose="02010600030101010101" pitchFamily="2" charset="-122"/>
                <a:cs typeface="+mn-ea"/>
                <a:sym typeface="Calibri" panose="020F0502020204030204" pitchFamily="34" charset="0"/>
              </a:rPr>
            </a:fld>
            <a:endParaRPr lang="zh-CN" altLang="en-US" sz="1000" strike="noStrike" noProof="1">
              <a:solidFill>
                <a:srgbClr val="7F7F7F"/>
              </a:solidFill>
              <a:latin typeface="Calibri" panose="020F0502020204030204" pitchFamily="34" charset="0"/>
              <a:sym typeface="Calibri" panose="020F0502020204030204" pitchFamily="34" charset="0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base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base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base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base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base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base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base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base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zh-CN" sz="9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zh-CN" sz="9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algn="r" fontAlgn="base">
              <a:buChar char="•"/>
            </a:pPr>
            <a:fld id="{9A0DB2DC-4C9A-4742-B13C-FB6460FD3503}" type="slidenum">
              <a:rPr lang="zh-CN" altLang="en-US" sz="1000" strike="noStrike" noProof="1" dirty="0">
                <a:solidFill>
                  <a:srgbClr val="7F7F7F"/>
                </a:solidFill>
                <a:latin typeface="Calibri" panose="020F0502020204030204" pitchFamily="34" charset="0"/>
                <a:ea typeface="宋体" panose="02010600030101010101" pitchFamily="2" charset="-122"/>
                <a:cs typeface="+mn-ea"/>
                <a:sym typeface="Calibri" panose="020F0502020204030204" pitchFamily="34" charset="0"/>
              </a:rPr>
            </a:fld>
            <a:endParaRPr lang="zh-CN" altLang="en-US" sz="1000" strike="noStrike" noProof="1">
              <a:solidFill>
                <a:srgbClr val="7F7F7F"/>
              </a:solidFill>
              <a:latin typeface="Calibri" panose="020F0502020204030204" pitchFamily="34" charset="0"/>
              <a:sym typeface="Calibri" panose="020F0502020204030204" pitchFamily="34" charset="0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zh-CN" sz="9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zh-CN" sz="9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algn="r" fontAlgn="base">
              <a:buChar char="•"/>
            </a:pPr>
            <a:fld id="{9A0DB2DC-4C9A-4742-B13C-FB6460FD3503}" type="slidenum">
              <a:rPr lang="zh-CN" altLang="en-US" sz="1000" strike="noStrike" noProof="1" dirty="0">
                <a:solidFill>
                  <a:srgbClr val="7F7F7F"/>
                </a:solidFill>
                <a:latin typeface="Calibri" panose="020F0502020204030204" pitchFamily="34" charset="0"/>
                <a:ea typeface="宋体" panose="02010600030101010101" pitchFamily="2" charset="-122"/>
                <a:cs typeface="+mn-ea"/>
                <a:sym typeface="Calibri" panose="020F0502020204030204" pitchFamily="34" charset="0"/>
              </a:rPr>
            </a:fld>
            <a:endParaRPr lang="zh-CN" altLang="en-US" sz="1000" strike="noStrike" noProof="1">
              <a:solidFill>
                <a:srgbClr val="7F7F7F"/>
              </a:solidFill>
              <a:latin typeface="Calibri" panose="020F0502020204030204" pitchFamily="34" charset="0"/>
              <a:sym typeface="Calibri" panose="020F0502020204030204" pitchFamily="34" charset="0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zh-CN" sz="9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zh-CN" sz="9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algn="r" fontAlgn="base">
              <a:buChar char="•"/>
            </a:pPr>
            <a:fld id="{9A0DB2DC-4C9A-4742-B13C-FB6460FD3503}" type="slidenum">
              <a:rPr lang="zh-CN" altLang="en-US" sz="1000" strike="noStrike" noProof="1" dirty="0">
                <a:solidFill>
                  <a:srgbClr val="7F7F7F"/>
                </a:solidFill>
                <a:latin typeface="Calibri" panose="020F0502020204030204" pitchFamily="34" charset="0"/>
                <a:ea typeface="宋体" panose="02010600030101010101" pitchFamily="2" charset="-122"/>
                <a:cs typeface="+mn-ea"/>
                <a:sym typeface="Calibri" panose="020F0502020204030204" pitchFamily="34" charset="0"/>
              </a:rPr>
            </a:fld>
            <a:endParaRPr lang="zh-CN" altLang="en-US" sz="1000" strike="noStrike" noProof="1">
              <a:solidFill>
                <a:srgbClr val="7F7F7F"/>
              </a:solidFill>
              <a:latin typeface="Calibri" panose="020F0502020204030204" pitchFamily="34" charset="0"/>
              <a:sym typeface="Calibri" panose="020F0502020204030204" pitchFamily="34" charset="0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base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base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base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base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zh-CN" sz="9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zh-CN" sz="9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algn="r" fontAlgn="base">
              <a:buChar char="•"/>
            </a:pPr>
            <a:fld id="{9A0DB2DC-4C9A-4742-B13C-FB6460FD3503}" type="slidenum">
              <a:rPr lang="zh-CN" altLang="en-US" sz="1000" strike="noStrike" noProof="1" dirty="0">
                <a:solidFill>
                  <a:srgbClr val="7F7F7F"/>
                </a:solidFill>
                <a:latin typeface="Calibri" panose="020F0502020204030204" pitchFamily="34" charset="0"/>
                <a:ea typeface="宋体" panose="02010600030101010101" pitchFamily="2" charset="-122"/>
                <a:cs typeface="+mn-ea"/>
                <a:sym typeface="Calibri" panose="020F0502020204030204" pitchFamily="34" charset="0"/>
              </a:rPr>
            </a:fld>
            <a:endParaRPr lang="zh-CN" altLang="en-US" sz="1000" strike="noStrike" noProof="1">
              <a:solidFill>
                <a:srgbClr val="7F7F7F"/>
              </a:solidFill>
              <a:latin typeface="Calibri" panose="020F0502020204030204" pitchFamily="34" charset="0"/>
              <a:sym typeface="Calibri" panose="020F0502020204030204" pitchFamily="34" charset="0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685800" rtl="0" eaLnBrk="0" fontAlgn="base" latinLnBrk="0" hangingPunct="0">
              <a:lnSpc>
                <a:spcPct val="90000"/>
              </a:lnSpc>
              <a:spcBef>
                <a:spcPts val="75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3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  <a:sym typeface="Calibri" panose="020F0502020204030204" pitchFamily="34" charset="0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zh-CN" sz="9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zh-CN" sz="9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algn="r" fontAlgn="base">
              <a:buChar char="•"/>
            </a:pPr>
            <a:fld id="{9A0DB2DC-4C9A-4742-B13C-FB6460FD3503}" type="slidenum">
              <a:rPr lang="zh-CN" altLang="en-US" sz="1000" strike="noStrike" noProof="1" dirty="0">
                <a:solidFill>
                  <a:srgbClr val="7F7F7F"/>
                </a:solidFill>
                <a:latin typeface="Calibri" panose="020F0502020204030204" pitchFamily="34" charset="0"/>
                <a:ea typeface="宋体" panose="02010600030101010101" pitchFamily="2" charset="-122"/>
                <a:cs typeface="+mn-ea"/>
                <a:sym typeface="Calibri" panose="020F0502020204030204" pitchFamily="34" charset="0"/>
              </a:rPr>
            </a:fld>
            <a:endParaRPr lang="zh-CN" altLang="en-US" sz="1000" strike="noStrike" noProof="1">
              <a:solidFill>
                <a:srgbClr val="7F7F7F"/>
              </a:solidFill>
              <a:latin typeface="Calibri" panose="020F0502020204030204" pitchFamily="34" charset="0"/>
              <a:sym typeface="Calibri" panose="020F0502020204030204" pitchFamily="34" charset="0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base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base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base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base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zh-CN" sz="9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zh-CN" sz="9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algn="r" fontAlgn="base">
              <a:buChar char="•"/>
            </a:pPr>
            <a:fld id="{9A0DB2DC-4C9A-4742-B13C-FB6460FD3503}" type="slidenum">
              <a:rPr lang="zh-CN" altLang="en-US" sz="1000" strike="noStrike" noProof="1" dirty="0">
                <a:solidFill>
                  <a:srgbClr val="7F7F7F"/>
                </a:solidFill>
                <a:latin typeface="Calibri" panose="020F0502020204030204" pitchFamily="34" charset="0"/>
                <a:ea typeface="宋体" panose="02010600030101010101" pitchFamily="2" charset="-122"/>
                <a:cs typeface="+mn-ea"/>
                <a:sym typeface="Calibri" panose="020F0502020204030204" pitchFamily="34" charset="0"/>
              </a:rPr>
            </a:fld>
            <a:endParaRPr lang="zh-CN" altLang="en-US" sz="1000" strike="noStrike" noProof="1">
              <a:solidFill>
                <a:srgbClr val="7F7F7F"/>
              </a:solidFill>
              <a:latin typeface="Calibri" panose="020F0502020204030204" pitchFamily="34" charset="0"/>
              <a:sym typeface="Calibri" panose="020F0502020204030204" pitchFamily="34" charset="0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667750" y="1089025"/>
            <a:ext cx="2686050" cy="5087938"/>
          </a:xfrm>
        </p:spPr>
        <p:txBody>
          <a:bodyPr vert="eaVert"/>
          <a:lstStyle/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8013" y="1089025"/>
            <a:ext cx="7907337" cy="5087938"/>
          </a:xfrm>
        </p:spPr>
        <p:txBody>
          <a:bodyPr vert="eaVert"/>
          <a:lstStyle/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base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base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base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base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zh-CN" sz="9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zh-CN" sz="9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algn="r" fontAlgn="base">
              <a:buChar char="•"/>
            </a:pPr>
            <a:fld id="{9A0DB2DC-4C9A-4742-B13C-FB6460FD3503}" type="slidenum">
              <a:rPr lang="zh-CN" altLang="en-US" sz="1000" strike="noStrike" noProof="1" dirty="0">
                <a:solidFill>
                  <a:srgbClr val="7F7F7F"/>
                </a:solidFill>
                <a:latin typeface="Calibri" panose="020F0502020204030204" pitchFamily="34" charset="0"/>
                <a:ea typeface="宋体" panose="02010600030101010101" pitchFamily="2" charset="-122"/>
                <a:cs typeface="+mn-ea"/>
                <a:sym typeface="Calibri" panose="020F0502020204030204" pitchFamily="34" charset="0"/>
              </a:rPr>
            </a:fld>
            <a:endParaRPr lang="zh-CN" altLang="en-US" sz="1000" strike="noStrike" noProof="1">
              <a:solidFill>
                <a:srgbClr val="7F7F7F"/>
              </a:solidFill>
              <a:latin typeface="Calibri" panose="020F0502020204030204" pitchFamily="34" charset="0"/>
              <a:sym typeface="Calibri" panose="020F0502020204030204" pitchFamily="34" charset="0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 userDrawn="1"/>
        </p:nvSpPr>
        <p:spPr>
          <a:xfrm>
            <a:off x="0" y="1066800"/>
            <a:ext cx="12192000" cy="5295900"/>
          </a:xfrm>
          <a:prstGeom prst="rect">
            <a:avLst/>
          </a:prstGeom>
          <a:solidFill>
            <a:srgbClr val="F7F7F7">
              <a:alpha val="8078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hf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节标题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58" name="Line 2"/>
          <p:cNvSpPr/>
          <p:nvPr userDrawn="1"/>
        </p:nvSpPr>
        <p:spPr>
          <a:xfrm>
            <a:off x="2307167" y="692151"/>
            <a:ext cx="9317567" cy="0"/>
          </a:xfrm>
          <a:prstGeom prst="line">
            <a:avLst/>
          </a:prstGeom>
          <a:ln w="28575" cap="flat" cmpd="sng">
            <a:solidFill>
              <a:schemeClr val="bg2"/>
            </a:solidFill>
            <a:prstDash val="solid"/>
            <a:headEnd type="none" w="med" len="med"/>
            <a:tailEnd type="none" w="med" len="med"/>
          </a:ln>
        </p:spPr>
      </p:sp>
      <p:pic>
        <p:nvPicPr>
          <p:cNvPr id="96259" name="Picture 3" descr="欧冶（横）"/>
          <p:cNvPicPr>
            <a:picLocks noChangeAspect="1"/>
          </p:cNvPicPr>
          <p:nvPr userDrawn="1"/>
        </p:nvPicPr>
        <p:blipFill>
          <a:blip r:embed="rId2"/>
          <a:srcRect t="29745" b="35266"/>
          <a:stretch>
            <a:fillRect/>
          </a:stretch>
        </p:blipFill>
        <p:spPr>
          <a:xfrm>
            <a:off x="372534" y="423334"/>
            <a:ext cx="1653117" cy="410633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9" name="日期占位符 1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6184"/>
          </a:xfrm>
          <a:prstGeom prst="rect">
            <a:avLst/>
          </a:prstGeom>
        </p:spPr>
        <p:txBody>
          <a:bodyPr vert="horz" wrap="square" lIns="91423" tIns="45712" rIns="91423" bIns="45712" numCol="1" anchor="ctr" anchorCtr="0" compatLnSpc="1"/>
          <a:lstStyle>
            <a:lvl1pPr>
              <a:defRPr/>
            </a:lvl1pPr>
          </a:lstStyle>
          <a:p>
            <a:pPr defTabSz="1219200" fontAlgn="base">
              <a:spcBef>
                <a:spcPct val="0"/>
              </a:spcBef>
              <a:spcAft>
                <a:spcPct val="0"/>
              </a:spcAft>
              <a:defRPr/>
            </a:pPr>
            <a:endParaRPr lang="zh-CN" altLang="en-US">
              <a:solidFill>
                <a:srgbClr val="898989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" name="页脚占位符 2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6184"/>
          </a:xfrm>
          <a:prstGeom prst="rect">
            <a:avLst/>
          </a:prstGeom>
        </p:spPr>
        <p:txBody>
          <a:bodyPr vert="horz" wrap="square" lIns="91423" tIns="45712" rIns="91423" bIns="45712" numCol="1" anchor="ctr" anchorCtr="0" compatLnSpc="1"/>
          <a:lstStyle>
            <a:lvl1pPr>
              <a:defRPr/>
            </a:lvl1pPr>
          </a:lstStyle>
          <a:p>
            <a:pPr defTabSz="1219200" fontAlgn="base">
              <a:spcBef>
                <a:spcPct val="0"/>
              </a:spcBef>
              <a:spcAft>
                <a:spcPct val="0"/>
              </a:spcAft>
              <a:defRPr/>
            </a:pPr>
            <a:endParaRPr lang="zh-CN" altLang="en-US">
              <a:solidFill>
                <a:srgbClr val="898989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1" name="灯片编号占位符 3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6184"/>
          </a:xfrm>
          <a:prstGeom prst="rect">
            <a:avLst/>
          </a:prstGeom>
        </p:spPr>
        <p:txBody>
          <a:bodyPr vert="horz" wrap="square" lIns="91423" tIns="45712" rIns="91423" bIns="45712" numCol="1" anchor="ctr" anchorCtr="0" compatLnSpc="1"/>
          <a:lstStyle>
            <a:lvl1pPr>
              <a:defRPr/>
            </a:lvl1pPr>
          </a:lstStyle>
          <a:p>
            <a:pPr defTabSz="1219200" fontAlgn="base">
              <a:spcBef>
                <a:spcPct val="0"/>
              </a:spcBef>
              <a:spcAft>
                <a:spcPct val="0"/>
              </a:spcAft>
              <a:defRPr/>
            </a:pPr>
            <a:fld id="{6401FD2E-D39F-4925-B933-0D5E0464C316}" type="slidenum">
              <a:rPr lang="zh-CN" altLang="en-US" smtClean="0">
                <a:solidFill>
                  <a:srgbClr val="898989"/>
                </a:solidFill>
                <a:latin typeface="Arial" panose="020B0604020202020204" pitchFamily="34" charset="0"/>
                <a:ea typeface="宋体" panose="02010600030101010101" pitchFamily="2" charset="-122"/>
              </a:rPr>
            </a:fld>
            <a:endParaRPr lang="zh-CN" altLang="en-US">
              <a:solidFill>
                <a:srgbClr val="898989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fontAlgn="base"/>
            <a:r>
              <a:rPr lang="zh-CN" altLang="en-US" strike="noStrike" noProof="1"/>
              <a:t>单击此处编辑母版副标题样式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AEF3C867-A475-44BB-80CA-4A3FFCD34C77}" type="datetime1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algn="r" eaLnBrk="1" fontAlgn="base" hangingPunct="1">
              <a:buChar char="•"/>
            </a:pPr>
            <a:fld id="{9A0DB2DC-4C9A-4742-B13C-FB6460FD3503}" type="slidenum">
              <a:rPr lang="zh-CN" altLang="en-US" sz="1400" strike="noStrike" noProof="1" dirty="0">
                <a:latin typeface="Arial" panose="020B0604020202020204" pitchFamily="34" charset="0"/>
                <a:ea typeface="宋体" panose="02010600030101010101" pitchFamily="2" charset="-122"/>
                <a:cs typeface="+mn-ea"/>
              </a:rPr>
            </a:fld>
            <a:endParaRPr lang="zh-CN" altLang="en-US" sz="1400" strike="noStrike" noProof="1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base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base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base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base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AEF3C867-A475-44BB-80CA-4A3FFCD34C77}" type="datetime1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algn="r" eaLnBrk="1" fontAlgn="base" hangingPunct="1">
              <a:buChar char="•"/>
            </a:pPr>
            <a:fld id="{9A0DB2DC-4C9A-4742-B13C-FB6460FD3503}" type="slidenum">
              <a:rPr lang="zh-CN" altLang="en-US" sz="1400" strike="noStrike" noProof="1" dirty="0">
                <a:latin typeface="Arial" panose="020B0604020202020204" pitchFamily="34" charset="0"/>
                <a:ea typeface="宋体" panose="02010600030101010101" pitchFamily="2" charset="-122"/>
                <a:cs typeface="+mn-ea"/>
              </a:rPr>
            </a:fld>
            <a:endParaRPr lang="zh-CN" altLang="en-US" sz="1400" strike="noStrike" noProof="1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AEF3C867-A475-44BB-80CA-4A3FFCD34C77}" type="datetime1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algn="r" eaLnBrk="1" fontAlgn="base" hangingPunct="1">
              <a:buChar char="•"/>
            </a:pPr>
            <a:fld id="{9A0DB2DC-4C9A-4742-B13C-FB6460FD3503}" type="slidenum">
              <a:rPr lang="zh-CN" altLang="en-US" sz="1400" strike="noStrike" noProof="1" dirty="0">
                <a:latin typeface="Arial" panose="020B0604020202020204" pitchFamily="34" charset="0"/>
                <a:ea typeface="宋体" panose="02010600030101010101" pitchFamily="2" charset="-122"/>
                <a:cs typeface="+mn-ea"/>
              </a:rPr>
            </a:fld>
            <a:endParaRPr lang="zh-CN" altLang="en-US" sz="1400" strike="noStrike" noProof="1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5410200" cy="4525963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base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base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base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base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600200"/>
            <a:ext cx="5410200" cy="4525963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base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base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base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base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AEF3C867-A475-44BB-80CA-4A3FFCD34C77}" type="datetime1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algn="r" eaLnBrk="1" fontAlgn="base" hangingPunct="1">
              <a:buChar char="•"/>
            </a:pPr>
            <a:fld id="{9A0DB2DC-4C9A-4742-B13C-FB6460FD3503}" type="slidenum">
              <a:rPr lang="zh-CN" altLang="en-US" sz="1400" strike="noStrike" noProof="1" dirty="0">
                <a:latin typeface="Arial" panose="020B0604020202020204" pitchFamily="34" charset="0"/>
                <a:ea typeface="宋体" panose="02010600030101010101" pitchFamily="2" charset="-122"/>
                <a:cs typeface="+mn-ea"/>
              </a:rPr>
            </a:fld>
            <a:endParaRPr lang="zh-CN" altLang="en-US" sz="1400" strike="noStrike" noProof="1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base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base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base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base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base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base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base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base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AEF3C867-A475-44BB-80CA-4A3FFCD34C77}" type="datetime1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algn="r" eaLnBrk="1" fontAlgn="base" hangingPunct="1">
              <a:buChar char="•"/>
            </a:pPr>
            <a:fld id="{9A0DB2DC-4C9A-4742-B13C-FB6460FD3503}" type="slidenum">
              <a:rPr lang="zh-CN" altLang="en-US" sz="1400" strike="noStrike" noProof="1" dirty="0">
                <a:latin typeface="Arial" panose="020B0604020202020204" pitchFamily="34" charset="0"/>
                <a:ea typeface="宋体" panose="02010600030101010101" pitchFamily="2" charset="-122"/>
                <a:cs typeface="+mn-ea"/>
              </a:rPr>
            </a:fld>
            <a:endParaRPr lang="zh-CN" altLang="en-US" sz="1400" strike="noStrike" noProof="1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AEF3C867-A475-44BB-80CA-4A3FFCD34C77}" type="datetime1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algn="r" eaLnBrk="1" fontAlgn="base" hangingPunct="1">
              <a:buChar char="•"/>
            </a:pPr>
            <a:fld id="{9A0DB2DC-4C9A-4742-B13C-FB6460FD3503}" type="slidenum">
              <a:rPr lang="zh-CN" altLang="en-US" sz="1400" strike="noStrike" noProof="1" dirty="0">
                <a:latin typeface="Arial" panose="020B0604020202020204" pitchFamily="34" charset="0"/>
                <a:ea typeface="宋体" panose="02010600030101010101" pitchFamily="2" charset="-122"/>
                <a:cs typeface="+mn-ea"/>
              </a:rPr>
            </a:fld>
            <a:endParaRPr lang="zh-CN" altLang="en-US" sz="1400" strike="noStrike" noProof="1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AEF3C867-A475-44BB-80CA-4A3FFCD34C77}" type="datetime1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algn="r" eaLnBrk="1" fontAlgn="base" hangingPunct="1">
              <a:buChar char="•"/>
            </a:pPr>
            <a:fld id="{9A0DB2DC-4C9A-4742-B13C-FB6460FD3503}" type="slidenum">
              <a:rPr lang="zh-CN" altLang="en-US" sz="1400" strike="noStrike" noProof="1" dirty="0">
                <a:latin typeface="Arial" panose="020B0604020202020204" pitchFamily="34" charset="0"/>
                <a:ea typeface="宋体" panose="02010600030101010101" pitchFamily="2" charset="-122"/>
                <a:cs typeface="+mn-ea"/>
              </a:rPr>
            </a:fld>
            <a:endParaRPr lang="zh-CN" altLang="en-US" sz="1400" strike="noStrike" noProof="1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base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base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base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base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AEF3C867-A475-44BB-80CA-4A3FFCD34C77}" type="datetime1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algn="r" eaLnBrk="1" fontAlgn="base" hangingPunct="1">
              <a:buChar char="•"/>
            </a:pPr>
            <a:fld id="{9A0DB2DC-4C9A-4742-B13C-FB6460FD3503}" type="slidenum">
              <a:rPr lang="zh-CN" altLang="en-US" sz="1400" strike="noStrike" noProof="1" dirty="0">
                <a:latin typeface="Arial" panose="020B0604020202020204" pitchFamily="34" charset="0"/>
                <a:ea typeface="宋体" panose="02010600030101010101" pitchFamily="2" charset="-122"/>
                <a:cs typeface="+mn-ea"/>
              </a:rPr>
            </a:fld>
            <a:endParaRPr lang="zh-CN" altLang="en-US" sz="1400" strike="noStrike" noProof="1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3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  <a:sym typeface="Arial" panose="020B0604020202020204" pitchFamily="34" charset="0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AEF3C867-A475-44BB-80CA-4A3FFCD34C77}" type="datetime1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algn="r" eaLnBrk="1" fontAlgn="base" hangingPunct="1">
              <a:buChar char="•"/>
            </a:pPr>
            <a:fld id="{9A0DB2DC-4C9A-4742-B13C-FB6460FD3503}" type="slidenum">
              <a:rPr lang="zh-CN" altLang="en-US" sz="1400" strike="noStrike" noProof="1" dirty="0">
                <a:latin typeface="Arial" panose="020B0604020202020204" pitchFamily="34" charset="0"/>
                <a:ea typeface="宋体" panose="02010600030101010101" pitchFamily="2" charset="-122"/>
                <a:cs typeface="+mn-ea"/>
              </a:rPr>
            </a:fld>
            <a:endParaRPr lang="zh-CN" altLang="en-US" sz="1400" strike="noStrike" noProof="1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base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base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base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base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AEF3C867-A475-44BB-80CA-4A3FFCD34C77}" type="datetime1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algn="r" eaLnBrk="1" fontAlgn="base" hangingPunct="1">
              <a:buChar char="•"/>
            </a:pPr>
            <a:fld id="{9A0DB2DC-4C9A-4742-B13C-FB6460FD3503}" type="slidenum">
              <a:rPr lang="zh-CN" altLang="en-US" sz="1400" strike="noStrike" noProof="1" dirty="0">
                <a:latin typeface="Arial" panose="020B0604020202020204" pitchFamily="34" charset="0"/>
                <a:ea typeface="宋体" panose="02010600030101010101" pitchFamily="2" charset="-122"/>
                <a:cs typeface="+mn-ea"/>
              </a:rPr>
            </a:fld>
            <a:endParaRPr lang="zh-CN" altLang="en-US" sz="1400" strike="noStrike" noProof="1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39200" y="274638"/>
            <a:ext cx="2743200" cy="5851525"/>
          </a:xfrm>
        </p:spPr>
        <p:txBody>
          <a:bodyPr vert="eaVert"/>
          <a:lstStyle/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274638"/>
            <a:ext cx="8077200" cy="5851525"/>
          </a:xfrm>
        </p:spPr>
        <p:txBody>
          <a:bodyPr vert="eaVert"/>
          <a:lstStyle/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base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base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base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base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AEF3C867-A475-44BB-80CA-4A3FFCD34C77}" type="datetime1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algn="r" eaLnBrk="1" fontAlgn="base" hangingPunct="1">
              <a:buChar char="•"/>
            </a:pPr>
            <a:fld id="{9A0DB2DC-4C9A-4742-B13C-FB6460FD3503}" type="slidenum">
              <a:rPr lang="zh-CN" altLang="en-US" sz="1400" strike="noStrike" noProof="1" dirty="0">
                <a:latin typeface="Arial" panose="020B0604020202020204" pitchFamily="34" charset="0"/>
                <a:ea typeface="宋体" panose="02010600030101010101" pitchFamily="2" charset="-122"/>
                <a:cs typeface="+mn-ea"/>
              </a:rPr>
            </a:fld>
            <a:endParaRPr lang="zh-CN" altLang="en-US" sz="1400" strike="noStrike" noProof="1"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3DB197-84B0-484E-9C0F-88358ECCB797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77DA78-E013-4A8C-AD75-63A150561B1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hf sldNum="0" hdr="0"/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4B154E74-436A-4954-9F07-D550D4879C1F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03CC4951-81E2-4375-BBC8-701312F6D47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fontAlgn="base"/>
            <a:r>
              <a:rPr lang="zh-CN" altLang="en-US" strike="noStrike" noProof="1"/>
              <a:t>单击此处编辑母版副标题样式</a:t>
            </a:r>
            <a:endParaRPr lang="zh-CN" altLang="en-US" strike="noStrike" noProof="1"/>
          </a:p>
        </p:txBody>
      </p:sp>
    </p:spTree>
  </p:cSld>
  <p:clrMapOvr>
    <a:masterClrMapping/>
  </p:clrMapOvr>
  <p:hf sldNum="0" hdr="0" ftr="0" dt="0"/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base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base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base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base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  <p:hf sldNum="0" hdr="0" ftr="0" dt="0"/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</p:txBody>
      </p:sp>
    </p:spTree>
  </p:cSld>
  <p:clrMapOvr>
    <a:masterClrMapping/>
  </p:clrMapOvr>
  <p:hf sldNum="0" hdr="0" ftr="0" dt="0"/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base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base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base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base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base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base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base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base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  <p:hf sldNum="0" hdr="0" ftr="0" dt="0"/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base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base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base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base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base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base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base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base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  <p:hf sldNum="0" hdr="0" ftr="0" dt="0"/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</p:spTree>
  </p:cSld>
  <p:clrMapOvr>
    <a:masterClrMapping/>
  </p:clrMapOvr>
  <p:hf sldNum="0" hdr="0" ftr="0" dt="0"/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hf sldNum="0" hdr="0" ftr="0" dt="0"/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base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base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base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base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</p:txBody>
      </p:sp>
    </p:spTree>
  </p:cSld>
  <p:clrMapOvr>
    <a:masterClrMapping/>
  </p:clrMapOvr>
  <p:hf sldNum="0" hdr="0" ftr="0" dt="0"/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0" rtl="0" eaLnBrk="0" fontAlgn="base" latinLnBrk="0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3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  <a:sym typeface="Calibri" panose="020F0502020204030204" pitchFamily="34" charset="0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</p:txBody>
      </p:sp>
    </p:spTree>
  </p:cSld>
  <p:clrMapOvr>
    <a:masterClrMapping/>
  </p:clrMapOvr>
  <p:hf sldNum="0" hdr="0" ftr="0" dt="0"/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eaVert"/>
          <a:lstStyle/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base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base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base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base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  <p:hf sldNum="0" hdr="0" ftr="0" dt="0"/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base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base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base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base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  <p:hf sldNum="0" hdr="0" ftr="0" dt="0"/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hf sldNum="0" hdr="0" ftr="0" dt="0"/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3DB197-84B0-484E-9C0F-88358ECCB797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77DA78-E013-4A8C-AD75-63A150561B1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561"/>
            <a:ext cx="9144000" cy="2388017"/>
          </a:xfrm>
          <a:prstGeom prst="rect">
            <a:avLst/>
          </a:prstGeom>
        </p:spPr>
        <p:txBody>
          <a:bodyPr anchor="b"/>
          <a:lstStyle>
            <a:lvl1pPr algn="ctr">
              <a:defRPr sz="4500"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669"/>
            <a:ext cx="9144000" cy="165605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5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835" indent="0" algn="ctr">
              <a:buNone/>
              <a:defRPr sz="1200"/>
            </a:lvl9pPr>
          </a:lstStyle>
          <a:p>
            <a:r>
              <a:rPr lang="zh-CN" altLang="en-US" noProof="1"/>
              <a:t>单击此处编辑母版副标题样式</a:t>
            </a:r>
            <a:endParaRPr lang="zh-CN" altLang="en-US" noProof="1"/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5003"/>
            <a:ext cx="10972800" cy="1143200"/>
          </a:xfrm>
          <a:prstGeom prst="rect">
            <a:avLst/>
          </a:prstGeom>
        </p:spPr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09600" y="1600480"/>
            <a:ext cx="10972800" cy="4527072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1" y="1710038"/>
            <a:ext cx="10515600" cy="2853236"/>
          </a:xfrm>
          <a:prstGeom prst="rect">
            <a:avLst/>
          </a:prstGeom>
        </p:spPr>
        <p:txBody>
          <a:bodyPr anchor="b"/>
          <a:lstStyle>
            <a:lvl1pPr>
              <a:defRPr sz="4500"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1" y="4590268"/>
            <a:ext cx="10515600" cy="150044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5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835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5003"/>
            <a:ext cx="10972800" cy="1143200"/>
          </a:xfrm>
          <a:prstGeom prst="rect">
            <a:avLst/>
          </a:prstGeom>
        </p:spPr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945"/>
            <a:ext cx="5181600" cy="435210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945"/>
            <a:ext cx="5181600" cy="435210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89"/>
            <a:ext cx="10515600" cy="1325795"/>
          </a:xfrm>
          <a:prstGeom prst="rect">
            <a:avLst/>
          </a:prstGeom>
        </p:spPr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1186775" y="1778749"/>
            <a:ext cx="4873575" cy="824056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5"/>
            </a:lvl4pPr>
            <a:lvl5pPr marL="1371600" indent="0">
              <a:buNone/>
              <a:defRPr sz="1355"/>
            </a:lvl5pPr>
            <a:lvl6pPr marL="1714500" indent="0">
              <a:buNone/>
              <a:defRPr sz="1355"/>
            </a:lvl6pPr>
            <a:lvl7pPr marL="2057400" indent="0">
              <a:buNone/>
              <a:defRPr sz="1355"/>
            </a:lvl7pPr>
            <a:lvl8pPr marL="2400300" indent="0">
              <a:buNone/>
              <a:defRPr sz="1355"/>
            </a:lvl8pPr>
            <a:lvl9pPr marL="2743835" indent="0">
              <a:buNone/>
              <a:defRPr sz="1355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1186775" y="2665846"/>
            <a:ext cx="4873575" cy="3524901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256939" y="1778749"/>
            <a:ext cx="4897576" cy="824056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5"/>
            </a:lvl4pPr>
            <a:lvl5pPr marL="1371600" indent="0">
              <a:buNone/>
              <a:defRPr sz="1355"/>
            </a:lvl5pPr>
            <a:lvl6pPr marL="1714500" indent="0">
              <a:buNone/>
              <a:defRPr sz="1355"/>
            </a:lvl6pPr>
            <a:lvl7pPr marL="2057400" indent="0">
              <a:buNone/>
              <a:defRPr sz="1355"/>
            </a:lvl7pPr>
            <a:lvl8pPr marL="2400300" indent="0">
              <a:buNone/>
              <a:defRPr sz="1355"/>
            </a:lvl8pPr>
            <a:lvl9pPr marL="2743835" indent="0">
              <a:buNone/>
              <a:defRPr sz="1355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256939" y="2665846"/>
            <a:ext cx="4897576" cy="3524901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5003"/>
            <a:ext cx="10972800" cy="1143200"/>
          </a:xfrm>
          <a:prstGeom prst="rect">
            <a:avLst/>
          </a:prstGeom>
        </p:spPr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80"/>
            <a:ext cx="3932237" cy="1600480"/>
          </a:xfrm>
          <a:prstGeom prst="rect">
            <a:avLst/>
          </a:prstGeo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598"/>
            <a:ext cx="6172200" cy="4874479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761"/>
            <a:ext cx="3932237" cy="381225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5"/>
            </a:lvl2pPr>
            <a:lvl3pPr marL="685800" indent="0">
              <a:buNone/>
              <a:defRPr sz="900"/>
            </a:lvl3pPr>
            <a:lvl4pPr marL="1028700" indent="0">
              <a:buNone/>
              <a:defRPr sz="755"/>
            </a:lvl4pPr>
            <a:lvl5pPr marL="1371600" indent="0">
              <a:buNone/>
              <a:defRPr sz="755"/>
            </a:lvl5pPr>
            <a:lvl6pPr marL="1714500" indent="0">
              <a:buNone/>
              <a:defRPr sz="755"/>
            </a:lvl6pPr>
            <a:lvl7pPr marL="2057400" indent="0">
              <a:buNone/>
              <a:defRPr sz="755"/>
            </a:lvl7pPr>
            <a:lvl8pPr marL="2400300" indent="0">
              <a:buNone/>
              <a:defRPr sz="755"/>
            </a:lvl8pPr>
            <a:lvl9pPr marL="2743835" indent="0">
              <a:buNone/>
              <a:defRPr sz="755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80"/>
            <a:ext cx="4165349" cy="1600480"/>
          </a:xfrm>
          <a:prstGeom prst="rect">
            <a:avLst/>
          </a:prstGeo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457282"/>
            <a:ext cx="6172200" cy="540479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835" indent="0">
              <a:buNone/>
              <a:defRPr sz="1500"/>
            </a:lvl9pPr>
          </a:lstStyle>
          <a:p>
            <a:pPr lvl="0"/>
            <a:endParaRPr lang="zh-CN" altLang="en-US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761"/>
            <a:ext cx="4165349" cy="381225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500"/>
            </a:lvl1pPr>
            <a:lvl2pPr marL="342900" indent="0">
              <a:buNone/>
              <a:defRPr sz="1355"/>
            </a:lvl2pPr>
            <a:lvl3pPr marL="685800" indent="0">
              <a:buNone/>
              <a:defRPr sz="1200"/>
            </a:lvl3pPr>
            <a:lvl4pPr marL="1028700" indent="0">
              <a:buNone/>
              <a:defRPr sz="1055"/>
            </a:lvl4pPr>
            <a:lvl5pPr marL="1371600" indent="0">
              <a:buNone/>
              <a:defRPr sz="1055"/>
            </a:lvl5pPr>
            <a:lvl6pPr marL="1714500" indent="0">
              <a:buNone/>
              <a:defRPr sz="1055"/>
            </a:lvl6pPr>
            <a:lvl7pPr marL="2057400" indent="0">
              <a:buNone/>
              <a:defRPr sz="1055"/>
            </a:lvl7pPr>
            <a:lvl8pPr marL="2400300" indent="0">
              <a:buNone/>
              <a:defRPr sz="1055"/>
            </a:lvl8pPr>
            <a:lvl9pPr marL="2743835" indent="0">
              <a:buNone/>
              <a:defRPr sz="1055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5003"/>
            <a:ext cx="10972800" cy="1143200"/>
          </a:xfrm>
          <a:prstGeom prst="rect">
            <a:avLst/>
          </a:prstGeom>
        </p:spPr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1600480"/>
            <a:ext cx="10972800" cy="4527072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1" y="365189"/>
            <a:ext cx="2628900" cy="5812856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1" y="365189"/>
            <a:ext cx="7734300" cy="5812856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11424" y="404664"/>
            <a:ext cx="10515600" cy="399579"/>
          </a:xfrm>
          <a:prstGeom prst="rect">
            <a:avLst/>
          </a:prstGeom>
        </p:spPr>
        <p:txBody>
          <a:bodyPr/>
          <a:lstStyle>
            <a:lvl1pPr algn="ctr">
              <a:defRPr sz="2400" b="1">
                <a:solidFill>
                  <a:srgbClr val="004B9E"/>
                </a:solidFill>
                <a:latin typeface="黑体" panose="02010609060101010101" charset="-122"/>
                <a:ea typeface="黑体" panose="02010609060101010101" charset="-122"/>
              </a:defRPr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</p:spTree>
  </p:cSld>
  <p:clrMapOvr>
    <a:masterClrMapping/>
  </p:clrMapOvr>
  <p:hf sldNum="0" hdr="0"/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157721"/>
            <a:ext cx="10031288" cy="455295"/>
          </a:xfrm>
          <a:prstGeom prst="rect">
            <a:avLst/>
          </a:prstGeom>
        </p:spPr>
        <p:txBody>
          <a:bodyPr vert="horz" rtlCol="0">
            <a:normAutofit/>
          </a:bodyPr>
          <a:lstStyle>
            <a:lvl1pPr marL="0" marR="0" algn="l" defTabSz="914400" rtl="0" eaLnBrk="0" fontAlgn="base" latinLnBrk="0" hangingPunct="0">
              <a:lnSpc>
                <a:spcPct val="100000"/>
              </a:lnSpc>
              <a:buNone/>
              <a:defRPr kumimoji="0" lang="zh-CN" altLang="en-US" sz="2400" b="1" i="0" u="none" strike="noStrike" kern="1200" cap="none" spc="0" normalizeH="0" baseline="0" noProof="1" smtClean="0">
                <a:solidFill>
                  <a:srgbClr val="004E9E"/>
                </a:solidFill>
                <a:latin typeface="+mj-lt"/>
                <a:ea typeface="+mj-ea"/>
                <a:cs typeface="+mj-cs"/>
                <a:sym typeface="+mn-ea"/>
              </a:defRPr>
            </a:lvl1pPr>
          </a:lstStyle>
          <a:p>
            <a:pPr lvl="0"/>
            <a:r>
              <a:rPr noProof="1">
                <a:sym typeface="+mn-ea"/>
              </a:rPr>
              <a:t>单击此处编辑母版标题样式</a:t>
            </a:r>
            <a:endParaRPr noProof="1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924560"/>
            <a:ext cx="11182350" cy="5474970"/>
          </a:xfrm>
          <a:prstGeom prst="rect">
            <a:avLst/>
          </a:prstGeom>
        </p:spPr>
        <p:txBody>
          <a:bodyPr vert="horz" rtlCol="0">
            <a:normAutofit/>
          </a:bodyPr>
          <a:lstStyle>
            <a:lvl1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buClrTx/>
              <a:buFont typeface="Wingdings" panose="05000000000000000000" pitchFamily="2" charset="2"/>
              <a:buChar char="u"/>
              <a:defRPr kumimoji="0" lang="zh-CN" altLang="en-US" sz="1800" b="0" i="0" u="none" strike="noStrike" kern="1200" cap="none" spc="0" normalizeH="0" baseline="0" noProof="1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  <a:sym typeface="+mn-ea"/>
              </a:defRPr>
            </a:lvl1pPr>
            <a:lvl2pPr marL="914400" marR="0" lvl="1" indent="-45720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buClrTx/>
              <a:buFont typeface="Wingdings" panose="05000000000000000000" pitchFamily="2" charset="2"/>
              <a:buChar char="Ø"/>
              <a:defRPr kumimoji="0" lang="zh-CN" altLang="en-US" sz="1800" b="0" i="0" u="none" strike="noStrike" kern="1200" cap="none" spc="0" normalizeH="0" baseline="0" noProof="1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  <a:sym typeface="+mn-ea"/>
              </a:defRPr>
            </a:lvl2pPr>
            <a:lvl3pPr marL="1257300" marR="0" lvl="2" indent="-34290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buClrTx/>
              <a:buFont typeface="Wingdings" panose="05000000000000000000" pitchFamily="2" charset="2"/>
              <a:buChar char="p"/>
              <a:defRPr kumimoji="0" lang="zh-CN" altLang="en-US" sz="1600" b="0" i="0" u="none" strike="noStrike" kern="1200" cap="none" spc="0" normalizeH="0" baseline="0" noProof="1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buChar char="–"/>
              <a:defRPr kumimoji="0" lang="zh-CN" altLang="en-US" sz="1400" b="0" i="0" u="none" strike="noStrike" kern="1200" cap="none" spc="0" normalizeH="0" baseline="0" noProof="1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  <a:sym typeface="+mn-ea"/>
              </a:defRPr>
            </a:lvl4pPr>
            <a:lvl5pPr marL="2057400" marR="0" lvl="4" indent="-22860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buChar char="»"/>
              <a:defRPr kumimoji="0" lang="zh-CN" altLang="en-US" sz="1400" b="0" i="0" u="none" strike="noStrike" kern="1200" cap="none" spc="0" normalizeH="0" baseline="0" noProof="1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noProof="1">
                <a:sym typeface="+mn-ea"/>
              </a:rPr>
              <a:t>单击此处编辑母版文本样式</a:t>
            </a:r>
            <a:endParaRPr noProof="1">
              <a:sym typeface="+mn-ea"/>
            </a:endParaRPr>
          </a:p>
          <a:p>
            <a:pPr lvl="1"/>
            <a:r>
              <a:rPr noProof="1">
                <a:sym typeface="+mn-ea"/>
              </a:rPr>
              <a:t>第二级</a:t>
            </a:r>
            <a:endParaRPr noProof="1">
              <a:sym typeface="+mn-ea"/>
            </a:endParaRPr>
          </a:p>
          <a:p>
            <a:pPr lvl="2"/>
            <a:r>
              <a:rPr noProof="1">
                <a:sym typeface="+mn-ea"/>
              </a:rPr>
              <a:t>第三级</a:t>
            </a:r>
            <a:endParaRPr noProof="1">
              <a:sym typeface="+mn-ea"/>
            </a:endParaRPr>
          </a:p>
          <a:p>
            <a:pPr lvl="3"/>
            <a:r>
              <a:rPr noProof="1">
                <a:sym typeface="+mn-ea"/>
              </a:rPr>
              <a:t>第四级</a:t>
            </a:r>
            <a:endParaRPr noProof="1">
              <a:sym typeface="+mn-ea"/>
            </a:endParaRPr>
          </a:p>
          <a:p>
            <a:pPr lvl="4"/>
            <a:r>
              <a:rPr noProof="1">
                <a:sym typeface="+mn-ea"/>
              </a:rPr>
              <a:t>第五级</a:t>
            </a:r>
            <a:endParaRPr noProof="1">
              <a:sym typeface="+mn-ea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>
          <a:xfrm>
            <a:off x="8610600" y="6356350"/>
            <a:ext cx="2743200" cy="365125"/>
          </a:xfrm>
        </p:spPr>
        <p:txBody>
          <a:bodyPr/>
          <a:lstStyle>
            <a:lvl1pPr eaLnBrk="1" hangingPunct="1">
              <a:buFont typeface="Arial" panose="020B0604020202020204" pitchFamily="34" charset="0"/>
              <a:buNone/>
              <a:defRPr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fld id="{59CA3DB3-28E0-4AB2-A9D4-59CD15B78503}" type="slidenum">
              <a:rPr lang="en-US" altLang="en-US"/>
            </a:fld>
            <a:endParaRPr lang="en-US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>
            <a:lvl1pPr eaLnBrk="1" hangingPunct="1">
              <a:buFont typeface="Arial" panose="020B0604020202020204" pitchFamily="34" charset="0"/>
              <a:buNone/>
              <a:defRPr noProof="1"/>
            </a:lvl1pPr>
          </a:lstStyle>
          <a:p>
            <a:pPr>
              <a:defRPr/>
            </a:pPr>
            <a:r>
              <a:rPr lang="en-US"/>
              <a:t>上海欧冶物流股份有限公司</a:t>
            </a:r>
            <a:endParaRPr lang="en-US"/>
          </a:p>
        </p:txBody>
      </p:sp>
    </p:spTree>
  </p:cSld>
  <p:clrMapOvr>
    <a:masterClrMapping/>
  </p:clrMapOvr>
  <p:hf sldNum="0" hdr="0"/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eaLnBrk="1" hangingPunct="1">
              <a:defRPr/>
            </a:lvl1pPr>
          </a:lstStyle>
          <a:p>
            <a:pPr>
              <a:defRPr/>
            </a:pPr>
            <a:fld id="{E041EBB6-62C9-4C04-BFE7-56F970B448A6}" type="datetime1">
              <a:rPr lang="en-US" altLang="zh-CN"/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eaLnBrk="1" hangingPunct="1"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1"/>
            <a:ext cx="2743200" cy="366183"/>
          </a:xfrm>
          <a:prstGeom prst="rect">
            <a:avLst/>
          </a:prstGeom>
        </p:spPr>
        <p:txBody>
          <a:bodyPr/>
          <a:lstStyle>
            <a:lvl1pPr>
              <a:buFont typeface="Arial" panose="020B0604020202020204" pitchFamily="34" charset="0"/>
              <a:buNone/>
              <a:defRPr>
                <a:solidFill>
                  <a:prstClr val="black"/>
                </a:solidFill>
              </a:defRPr>
            </a:lvl1pPr>
          </a:lstStyle>
          <a:p>
            <a:pPr>
              <a:defRPr/>
            </a:pPr>
            <a:fld id="{7C215FA3-E3B4-47DC-AF06-47CE282BA118}" type="slidenum">
              <a:rPr lang="en-US"/>
            </a:fld>
            <a:endParaRPr lang="en-US"/>
          </a:p>
        </p:txBody>
      </p:sp>
      <p:sp>
        <p:nvSpPr>
          <p:cNvPr id="11" name="圆角矩形 12"/>
          <p:cNvSpPr/>
          <p:nvPr/>
        </p:nvSpPr>
        <p:spPr>
          <a:xfrm>
            <a:off x="5665153" y="1616075"/>
            <a:ext cx="2220595" cy="871220"/>
          </a:xfrm>
          <a:prstGeom prst="roundRect">
            <a:avLst>
              <a:gd name="adj" fmla="val 50000"/>
            </a:avLst>
          </a:prstGeom>
          <a:solidFill>
            <a:srgbClr val="0070C0"/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600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1</a:t>
            </a:r>
            <a:endParaRPr kumimoji="0" lang="en-US" altLang="zh-CN" sz="6000" i="0" u="none" strike="noStrike" kern="1200" cap="none" spc="0" normalizeH="0" baseline="0" noProof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标题 5"/>
          <p:cNvSpPr>
            <a:spLocks noGrp="1"/>
          </p:cNvSpPr>
          <p:nvPr>
            <p:ph type="ctrTitle"/>
          </p:nvPr>
        </p:nvSpPr>
        <p:spPr>
          <a:xfrm>
            <a:off x="2203450" y="2916238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CBEDBE9-882B-451A-9B18-FB2ED9AF294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CEB0432-568D-4006-8548-D2CBE89962F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CBEDBE9-882B-451A-9B18-FB2ED9AF294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CEB0432-568D-4006-8548-D2CBE89962F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CBEDBE9-882B-451A-9B18-FB2ED9AF294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CEB0432-568D-4006-8548-D2CBE89962F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CBEDBE9-882B-451A-9B18-FB2ED9AF294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CEB0432-568D-4006-8548-D2CBE89962F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CBEDBE9-882B-451A-9B18-FB2ED9AF2945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CEB0432-568D-4006-8548-D2CBE89962F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CBEDBE9-882B-451A-9B18-FB2ED9AF294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CEB0432-568D-4006-8548-D2CBE89962F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CBEDBE9-882B-451A-9B18-FB2ED9AF2945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CEB0432-568D-4006-8548-D2CBE89962F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CBEDBE9-882B-451A-9B18-FB2ED9AF294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CEB0432-568D-4006-8548-D2CBE89962F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CBEDBE9-882B-451A-9B18-FB2ED9AF294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CEB0432-568D-4006-8548-D2CBE89962F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CBEDBE9-882B-451A-9B18-FB2ED9AF294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CEB0432-568D-4006-8548-D2CBE89962F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CBEDBE9-882B-451A-9B18-FB2ED9AF294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CEB0432-568D-4006-8548-D2CBE89962F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5" Type="http://schemas.openxmlformats.org/officeDocument/2006/relationships/image" Target="../media/image2.png"/><Relationship Id="rId14" Type="http://schemas.openxmlformats.org/officeDocument/2006/relationships/slideLayout" Target="../slideLayouts/slideLayout14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3.xml"/><Relationship Id="rId8" Type="http://schemas.openxmlformats.org/officeDocument/2006/relationships/slideLayout" Target="../slideLayouts/slideLayout22.xml"/><Relationship Id="rId7" Type="http://schemas.openxmlformats.org/officeDocument/2006/relationships/slideLayout" Target="../slideLayouts/slideLayout21.xml"/><Relationship Id="rId6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9.xml"/><Relationship Id="rId4" Type="http://schemas.openxmlformats.org/officeDocument/2006/relationships/slideLayout" Target="../slideLayouts/slideLayout18.xml"/><Relationship Id="rId3" Type="http://schemas.openxmlformats.org/officeDocument/2006/relationships/slideLayout" Target="../slideLayouts/slideLayout17.xml"/><Relationship Id="rId2" Type="http://schemas.openxmlformats.org/officeDocument/2006/relationships/slideLayout" Target="../slideLayouts/slideLayout16.xml"/><Relationship Id="rId14" Type="http://schemas.openxmlformats.org/officeDocument/2006/relationships/theme" Target="../theme/theme2.xml"/><Relationship Id="rId13" Type="http://schemas.openxmlformats.org/officeDocument/2006/relationships/image" Target="../media/image3.png"/><Relationship Id="rId12" Type="http://schemas.openxmlformats.org/officeDocument/2006/relationships/slideLayout" Target="../slideLayouts/slideLayout26.xml"/><Relationship Id="rId11" Type="http://schemas.openxmlformats.org/officeDocument/2006/relationships/slideLayout" Target="../slideLayouts/slideLayout25.xml"/><Relationship Id="rId10" Type="http://schemas.openxmlformats.org/officeDocument/2006/relationships/slideLayout" Target="../slideLayouts/slideLayout24.xml"/><Relationship Id="rId1" Type="http://schemas.openxmlformats.org/officeDocument/2006/relationships/slideLayout" Target="../slideLayouts/slideLayout15.xml"/></Relationships>
</file>

<file path=ppt/slideMasters/_rels/slideMaster3.xml.rels><?xml version="1.0" encoding="UTF-8" standalone="yes"?>
<Relationships xmlns="http://schemas.openxmlformats.org/package/2006/relationships"><Relationship Id="rId7" Type="http://schemas.openxmlformats.org/officeDocument/2006/relationships/theme" Target="../theme/theme3.xml"/><Relationship Id="rId6" Type="http://schemas.openxmlformats.org/officeDocument/2006/relationships/image" Target="../media/image6.png"/><Relationship Id="rId5" Type="http://schemas.openxmlformats.org/officeDocument/2006/relationships/image" Target="../media/image5.jpeg"/><Relationship Id="rId4" Type="http://schemas.openxmlformats.org/officeDocument/2006/relationships/image" Target="../media/image4.jpeg"/><Relationship Id="rId3" Type="http://schemas.openxmlformats.org/officeDocument/2006/relationships/slideLayout" Target="../slideLayouts/slideLayout29.xml"/><Relationship Id="rId2" Type="http://schemas.openxmlformats.org/officeDocument/2006/relationships/slideLayout" Target="../slideLayouts/slideLayout28.xml"/><Relationship Id="rId1" Type="http://schemas.openxmlformats.org/officeDocument/2006/relationships/slideLayout" Target="../slideLayouts/slideLayout27.xml"/></Relationships>
</file>

<file path=ppt/slideMasters/_rels/slideMaster4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38.xml"/><Relationship Id="rId8" Type="http://schemas.openxmlformats.org/officeDocument/2006/relationships/slideLayout" Target="../slideLayouts/slideLayout37.xml"/><Relationship Id="rId7" Type="http://schemas.openxmlformats.org/officeDocument/2006/relationships/slideLayout" Target="../slideLayouts/slideLayout36.xml"/><Relationship Id="rId6" Type="http://schemas.openxmlformats.org/officeDocument/2006/relationships/slideLayout" Target="../slideLayouts/slideLayout35.xml"/><Relationship Id="rId5" Type="http://schemas.openxmlformats.org/officeDocument/2006/relationships/slideLayout" Target="../slideLayouts/slideLayout34.xml"/><Relationship Id="rId4" Type="http://schemas.openxmlformats.org/officeDocument/2006/relationships/slideLayout" Target="../slideLayouts/slideLayout33.xml"/><Relationship Id="rId3" Type="http://schemas.openxmlformats.org/officeDocument/2006/relationships/slideLayout" Target="../slideLayouts/slideLayout32.xml"/><Relationship Id="rId2" Type="http://schemas.openxmlformats.org/officeDocument/2006/relationships/slideLayout" Target="../slideLayouts/slideLayout31.xml"/><Relationship Id="rId16" Type="http://schemas.openxmlformats.org/officeDocument/2006/relationships/theme" Target="../theme/theme4.xml"/><Relationship Id="rId15" Type="http://schemas.openxmlformats.org/officeDocument/2006/relationships/image" Target="../media/image8.png"/><Relationship Id="rId14" Type="http://schemas.openxmlformats.org/officeDocument/2006/relationships/image" Target="../media/image7.png"/><Relationship Id="rId13" Type="http://schemas.openxmlformats.org/officeDocument/2006/relationships/slideLayout" Target="../slideLayouts/slideLayout42.xml"/><Relationship Id="rId12" Type="http://schemas.openxmlformats.org/officeDocument/2006/relationships/slideLayout" Target="../slideLayouts/slideLayout41.xml"/><Relationship Id="rId11" Type="http://schemas.openxmlformats.org/officeDocument/2006/relationships/slideLayout" Target="../slideLayouts/slideLayout40.xml"/><Relationship Id="rId10" Type="http://schemas.openxmlformats.org/officeDocument/2006/relationships/slideLayout" Target="../slideLayouts/slideLayout39.xml"/><Relationship Id="rId1" Type="http://schemas.openxmlformats.org/officeDocument/2006/relationships/slideLayout" Target="../slideLayouts/slideLayout30.xml"/></Relationships>
</file>

<file path=ppt/slideMasters/_rels/slideMaster5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51.xml"/><Relationship Id="rId8" Type="http://schemas.openxmlformats.org/officeDocument/2006/relationships/slideLayout" Target="../slideLayouts/slideLayout50.xml"/><Relationship Id="rId7" Type="http://schemas.openxmlformats.org/officeDocument/2006/relationships/slideLayout" Target="../slideLayouts/slideLayout49.xml"/><Relationship Id="rId6" Type="http://schemas.openxmlformats.org/officeDocument/2006/relationships/slideLayout" Target="../slideLayouts/slideLayout48.xml"/><Relationship Id="rId5" Type="http://schemas.openxmlformats.org/officeDocument/2006/relationships/slideLayout" Target="../slideLayouts/slideLayout47.xml"/><Relationship Id="rId4" Type="http://schemas.openxmlformats.org/officeDocument/2006/relationships/slideLayout" Target="../slideLayouts/slideLayout46.xml"/><Relationship Id="rId3" Type="http://schemas.openxmlformats.org/officeDocument/2006/relationships/slideLayout" Target="../slideLayouts/slideLayout45.xml"/><Relationship Id="rId2" Type="http://schemas.openxmlformats.org/officeDocument/2006/relationships/slideLayout" Target="../slideLayouts/slideLayout44.xml"/><Relationship Id="rId13" Type="http://schemas.openxmlformats.org/officeDocument/2006/relationships/theme" Target="../theme/theme5.xml"/><Relationship Id="rId12" Type="http://schemas.openxmlformats.org/officeDocument/2006/relationships/image" Target="../media/image9.png"/><Relationship Id="rId11" Type="http://schemas.openxmlformats.org/officeDocument/2006/relationships/slideLayout" Target="../slideLayouts/slideLayout53.xml"/><Relationship Id="rId10" Type="http://schemas.openxmlformats.org/officeDocument/2006/relationships/slideLayout" Target="../slideLayouts/slideLayout52.xml"/><Relationship Id="rId1" Type="http://schemas.openxmlformats.org/officeDocument/2006/relationships/slideLayout" Target="../slideLayouts/slideLayout43.xml"/></Relationships>
</file>

<file path=ppt/slideMasters/_rels/slideMaster6.xml.rels><?xml version="1.0" encoding="UTF-8" standalone="yes"?>
<Relationships xmlns="http://schemas.openxmlformats.org/package/2006/relationships"><Relationship Id="rId6" Type="http://schemas.openxmlformats.org/officeDocument/2006/relationships/theme" Target="../theme/theme6.xml"/><Relationship Id="rId5" Type="http://schemas.openxmlformats.org/officeDocument/2006/relationships/image" Target="../media/image10.png"/><Relationship Id="rId4" Type="http://schemas.openxmlformats.org/officeDocument/2006/relationships/slideLayout" Target="../slideLayouts/slideLayout57.xml"/><Relationship Id="rId3" Type="http://schemas.openxmlformats.org/officeDocument/2006/relationships/slideLayout" Target="../slideLayouts/slideLayout56.xml"/><Relationship Id="rId2" Type="http://schemas.openxmlformats.org/officeDocument/2006/relationships/slideLayout" Target="../slideLayouts/slideLayout55.xml"/><Relationship Id="rId1" Type="http://schemas.openxmlformats.org/officeDocument/2006/relationships/slideLayout" Target="../slideLayouts/slideLayout54.xml"/></Relationships>
</file>

<file path=ppt/slideMasters/_rels/slideMaster7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66.xml"/><Relationship Id="rId8" Type="http://schemas.openxmlformats.org/officeDocument/2006/relationships/slideLayout" Target="../slideLayouts/slideLayout65.xml"/><Relationship Id="rId7" Type="http://schemas.openxmlformats.org/officeDocument/2006/relationships/slideLayout" Target="../slideLayouts/slideLayout64.xml"/><Relationship Id="rId6" Type="http://schemas.openxmlformats.org/officeDocument/2006/relationships/slideLayout" Target="../slideLayouts/slideLayout63.xml"/><Relationship Id="rId5" Type="http://schemas.openxmlformats.org/officeDocument/2006/relationships/slideLayout" Target="../slideLayouts/slideLayout62.xml"/><Relationship Id="rId4" Type="http://schemas.openxmlformats.org/officeDocument/2006/relationships/slideLayout" Target="../slideLayouts/slideLayout61.xml"/><Relationship Id="rId3" Type="http://schemas.openxmlformats.org/officeDocument/2006/relationships/slideLayout" Target="../slideLayouts/slideLayout60.xml"/><Relationship Id="rId2" Type="http://schemas.openxmlformats.org/officeDocument/2006/relationships/slideLayout" Target="../slideLayouts/slideLayout59.xml"/><Relationship Id="rId12" Type="http://schemas.openxmlformats.org/officeDocument/2006/relationships/theme" Target="../theme/theme7.xml"/><Relationship Id="rId11" Type="http://schemas.openxmlformats.org/officeDocument/2006/relationships/slideLayout" Target="../slideLayouts/slideLayout68.xml"/><Relationship Id="rId10" Type="http://schemas.openxmlformats.org/officeDocument/2006/relationships/slideLayout" Target="../slideLayouts/slideLayout67.xml"/><Relationship Id="rId1" Type="http://schemas.openxmlformats.org/officeDocument/2006/relationships/slideLayout" Target="../slideLayouts/slideLayout5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5" name="Picture 3" descr="欧冶（横）"/>
          <p:cNvPicPr>
            <a:picLocks noChangeAspect="1"/>
          </p:cNvPicPr>
          <p:nvPr userDrawn="1"/>
        </p:nvPicPr>
        <p:blipFill>
          <a:blip r:embed="rId15"/>
          <a:srcRect t="29744" r="25771" b="35699"/>
          <a:stretch>
            <a:fillRect/>
          </a:stretch>
        </p:blipFill>
        <p:spPr>
          <a:xfrm>
            <a:off x="10386060" y="6270625"/>
            <a:ext cx="1298575" cy="40449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076" name="标题占位符 1"/>
          <p:cNvSpPr>
            <a:spLocks noGrp="1"/>
          </p:cNvSpPr>
          <p:nvPr>
            <p:ph type="title"/>
          </p:nvPr>
        </p:nvSpPr>
        <p:spPr>
          <a:xfrm>
            <a:off x="608013" y="1089025"/>
            <a:ext cx="10515600" cy="1325563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lstStyle/>
          <a:p>
            <a:pPr lvl="0" indent="-685800"/>
            <a:r>
              <a:rPr lang="zh-CN" altLang="zh-CN" dirty="0"/>
              <a:t>单击此处编辑母版标题样式</a:t>
            </a:r>
            <a:endParaRPr lang="zh-CN" altLang="zh-CN" dirty="0"/>
          </a:p>
        </p:txBody>
      </p:sp>
      <p:sp>
        <p:nvSpPr>
          <p:cNvPr id="3077" name="文本占位符 2"/>
          <p:cNvSpPr>
            <a:spLocks noGrp="1"/>
          </p:cNvSpPr>
          <p:nvPr>
            <p:ph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lstStyle/>
          <a:p>
            <a:pPr lvl="0" indent="-171450"/>
            <a:r>
              <a:rPr lang="zh-CN" altLang="zh-CN" dirty="0"/>
              <a:t>单击此处编辑母版文本样式</a:t>
            </a:r>
            <a:endParaRPr lang="zh-CN" altLang="zh-CN" dirty="0"/>
          </a:p>
          <a:p>
            <a:pPr lvl="1" indent="-171450"/>
            <a:r>
              <a:rPr lang="zh-CN" altLang="zh-CN" dirty="0"/>
              <a:t>第二级</a:t>
            </a:r>
            <a:endParaRPr lang="zh-CN" altLang="zh-CN" dirty="0"/>
          </a:p>
          <a:p>
            <a:pPr lvl="2" indent="-171450"/>
            <a:r>
              <a:rPr lang="zh-CN" altLang="zh-CN" dirty="0"/>
              <a:t>第三级</a:t>
            </a:r>
            <a:endParaRPr lang="zh-CN" altLang="zh-CN" dirty="0"/>
          </a:p>
          <a:p>
            <a:pPr lvl="3" indent="-171450"/>
            <a:r>
              <a:rPr lang="zh-CN" altLang="zh-CN" dirty="0"/>
              <a:t>第四级</a:t>
            </a:r>
            <a:endParaRPr lang="zh-CN" altLang="zh-CN" dirty="0"/>
          </a:p>
          <a:p>
            <a:pPr lvl="4" indent="-171450"/>
            <a:r>
              <a:rPr lang="zh-CN" altLang="zh-CN" dirty="0"/>
              <a:t>第五级</a:t>
            </a:r>
            <a:endParaRPr lang="zh-CN" altLang="zh-CN" dirty="0"/>
          </a:p>
        </p:txBody>
      </p:sp>
      <p:sp>
        <p:nvSpPr>
          <p:cNvPr id="3078" name="日期占位符 1"/>
          <p:cNvSpPr>
            <a:spLocks noGrp="1" noChangeArrowheads="1"/>
          </p:cNvSpPr>
          <p:nvPr>
            <p:ph type="dt" sz="half" idx="4294967295"/>
          </p:nvPr>
        </p:nvSpPr>
        <p:spPr bwMode="auto"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ctr" anchorCtr="0" compatLnSpc="1"/>
          <a:lstStyle>
            <a:lvl1pPr eaLnBrk="0" hangingPunct="0">
              <a:buFont typeface="Arial" panose="020B0604020202020204" pitchFamily="34" charset="0"/>
              <a:buNone/>
              <a:defRPr sz="900">
                <a:solidFill>
                  <a:srgbClr val="898989"/>
                </a:solidFill>
              </a:defRPr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zh-CN" sz="9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079" name="页脚占位符 2"/>
          <p:cNvSpPr>
            <a:spLocks noGrp="1" noChangeArrowheads="1"/>
          </p:cNvSpPr>
          <p:nvPr>
            <p:ph type="ftr" sz="quarter" idx="9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ctr" anchorCtr="0" compatLnSpc="1"/>
          <a:lstStyle>
            <a:lvl1pPr algn="ctr" eaLnBrk="0" hangingPunct="0">
              <a:buFont typeface="Arial" panose="020B0604020202020204" pitchFamily="34" charset="0"/>
              <a:buNone/>
              <a:defRPr sz="900">
                <a:solidFill>
                  <a:srgbClr val="898989"/>
                </a:solidFill>
              </a:defRPr>
            </a:lvl1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zh-CN" sz="9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080" name="灯片编号占位符 3"/>
          <p:cNvSpPr>
            <a:spLocks noGrp="1" noChangeArrowheads="1"/>
          </p:cNvSpPr>
          <p:nvPr>
            <p:ph type="sldNum" sz="quarter" idx="19"/>
          </p:nvPr>
        </p:nvSpPr>
        <p:spPr bwMode="auto">
          <a:xfrm>
            <a:off x="9407525" y="643826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ctr" anchorCtr="0" compatLnSpc="1"/>
          <a:lstStyle/>
          <a:p>
            <a:pPr lvl="0" algn="r" fontAlgn="base">
              <a:buChar char="•"/>
            </a:pPr>
            <a:fld id="{9A0DB2DC-4C9A-4742-B13C-FB6460FD3503}" type="slidenum">
              <a:rPr lang="zh-CN" altLang="en-US" sz="1000" strike="noStrike" noProof="1" dirty="0">
                <a:solidFill>
                  <a:srgbClr val="7F7F7F"/>
                </a:solidFill>
                <a:latin typeface="Calibri" panose="020F0502020204030204" pitchFamily="34" charset="0"/>
                <a:ea typeface="宋体" panose="02010600030101010101" pitchFamily="2" charset="-122"/>
                <a:cs typeface="+mn-ea"/>
                <a:sym typeface="Calibri" panose="020F0502020204030204" pitchFamily="34" charset="0"/>
              </a:rPr>
            </a:fld>
            <a:endParaRPr lang="zh-CN" altLang="en-US" sz="1000" strike="noStrike" noProof="1">
              <a:solidFill>
                <a:srgbClr val="7F7F7F"/>
              </a:solidFill>
              <a:latin typeface="Calibri" panose="020F0502020204030204" pitchFamily="34" charset="0"/>
              <a:sym typeface="Calibri" panose="020F0502020204030204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</p:sldLayoutIdLst>
  <p:hf sldNum="0" hdr="0" ftr="0" dt="0"/>
  <p:txStyles>
    <p:titleStyle>
      <a:lvl1pPr marL="685800" indent="-685800"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 kern="1200">
          <a:solidFill>
            <a:schemeClr val="tx1"/>
          </a:solidFill>
          <a:latin typeface="+mj-lt"/>
          <a:ea typeface="+mj-ea"/>
          <a:cs typeface="+mj-cs"/>
          <a:sym typeface="Calibri Light" panose="020F0302020204030204" pitchFamily="34" charset="0"/>
        </a:defRPr>
      </a:lvl1pPr>
      <a:lvl2pPr marL="685800" indent="-685800"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  <a:sym typeface="Calibri Light" panose="020F0302020204030204" pitchFamily="34" charset="0"/>
        </a:defRPr>
      </a:lvl2pPr>
      <a:lvl3pPr marL="685800" indent="-685800"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  <a:sym typeface="Calibri Light" panose="020F0302020204030204" pitchFamily="34" charset="0"/>
        </a:defRPr>
      </a:lvl3pPr>
      <a:lvl4pPr marL="685800" indent="-685800"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  <a:sym typeface="Calibri Light" panose="020F0302020204030204" pitchFamily="34" charset="0"/>
        </a:defRPr>
      </a:lvl4pPr>
      <a:lvl5pPr marL="685800" indent="-685800"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  <a:sym typeface="Calibri Light" panose="020F0302020204030204" pitchFamily="34" charset="0"/>
        </a:defRPr>
      </a:lvl5pPr>
      <a:lvl6pPr marL="1143000" indent="-685800"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  <a:sym typeface="Calibri Light" panose="020F0302020204030204" pitchFamily="34" charset="0"/>
        </a:defRPr>
      </a:lvl6pPr>
      <a:lvl7pPr marL="1600200" indent="-685800"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  <a:sym typeface="Calibri Light" panose="020F0302020204030204" pitchFamily="34" charset="0"/>
        </a:defRPr>
      </a:lvl7pPr>
      <a:lvl8pPr marL="2057400" indent="-685800"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  <a:sym typeface="Calibri Light" panose="020F0302020204030204" pitchFamily="34" charset="0"/>
        </a:defRPr>
      </a:lvl8pPr>
      <a:lvl9pPr marL="2514600" indent="-685800"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  <a:sym typeface="Calibri Light" panose="020F0302020204030204" pitchFamily="34" charset="0"/>
        </a:defRPr>
      </a:lvl9pPr>
    </p:titleStyle>
    <p:bodyStyle>
      <a:lvl1pPr marL="171450" indent="-171450" algn="l" defTabSz="685800" rtl="0" eaLnBrk="0" fontAlgn="base" hangingPunct="0">
        <a:lnSpc>
          <a:spcPct val="90000"/>
        </a:lnSpc>
        <a:spcBef>
          <a:spcPts val="750"/>
        </a:spcBef>
        <a:spcAft>
          <a:spcPct val="0"/>
        </a:spcAft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  <a:sym typeface="Calibri" panose="020F0502020204030204" pitchFamily="34" charset="0"/>
        </a:defRPr>
      </a:lvl1pPr>
      <a:lvl2pPr marL="514350" indent="-171450" algn="l" defTabSz="685800" rtl="0" eaLnBrk="0" fontAlgn="base" hangingPunct="0">
        <a:lnSpc>
          <a:spcPct val="90000"/>
        </a:lnSpc>
        <a:spcBef>
          <a:spcPts val="375"/>
        </a:spcBef>
        <a:spcAft>
          <a:spcPct val="0"/>
        </a:spcAft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  <a:sym typeface="Calibri" panose="020F0502020204030204" pitchFamily="34" charset="0"/>
        </a:defRPr>
      </a:lvl2pPr>
      <a:lvl3pPr marL="857250" indent="-171450" algn="l" defTabSz="685800" rtl="0" eaLnBrk="0" fontAlgn="base" hangingPunct="0">
        <a:lnSpc>
          <a:spcPct val="90000"/>
        </a:lnSpc>
        <a:spcBef>
          <a:spcPts val="375"/>
        </a:spcBef>
        <a:spcAft>
          <a:spcPct val="0"/>
        </a:spcAft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  <a:sym typeface="Calibri" panose="020F0502020204030204" pitchFamily="34" charset="0"/>
        </a:defRPr>
      </a:lvl3pPr>
      <a:lvl4pPr marL="1200150" indent="-171450" algn="l" defTabSz="685800" rtl="0" eaLnBrk="0" fontAlgn="base" hangingPunct="0">
        <a:lnSpc>
          <a:spcPct val="90000"/>
        </a:lnSpc>
        <a:spcBef>
          <a:spcPts val="375"/>
        </a:spcBef>
        <a:spcAft>
          <a:spcPct val="0"/>
        </a:spcAft>
        <a:buFont typeface="Arial" panose="020B0604020202020204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  <a:sym typeface="Calibri" panose="020F0502020204030204" pitchFamily="34" charset="0"/>
        </a:defRPr>
      </a:lvl4pPr>
      <a:lvl5pPr marL="1543050" indent="-171450" algn="l" defTabSz="685800" rtl="0" eaLnBrk="0" fontAlgn="base" hangingPunct="0">
        <a:lnSpc>
          <a:spcPct val="90000"/>
        </a:lnSpc>
        <a:spcBef>
          <a:spcPts val="375"/>
        </a:spcBef>
        <a:spcAft>
          <a:spcPct val="0"/>
        </a:spcAft>
        <a:buFont typeface="Arial" panose="020B0604020202020204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  <a:sym typeface="Calibri" panose="020F050202020403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lstStyle/>
          <a:p>
            <a:pPr lvl="0"/>
            <a:r>
              <a:rPr lang="zh-CN" altLang="zh-CN" dirty="0"/>
              <a:t>单击此处编辑母版标题样式</a:t>
            </a:r>
            <a:endParaRPr lang="zh-CN" altLang="zh-CN" dirty="0"/>
          </a:p>
        </p:txBody>
      </p:sp>
      <p:sp>
        <p:nvSpPr>
          <p:cNvPr id="4099" name="Rectangle 3"/>
          <p:cNvSpPr>
            <a:spLocks noGrp="1"/>
          </p:cNvSpPr>
          <p:nvPr>
            <p:ph type="body"/>
          </p:nvPr>
        </p:nvSpPr>
        <p:spPr>
          <a:xfrm>
            <a:off x="609600" y="1600200"/>
            <a:ext cx="10972800" cy="4525963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lstStyle/>
          <a:p>
            <a:pPr lvl="0" indent="-342900"/>
            <a:r>
              <a:rPr lang="zh-CN" altLang="zh-CN" dirty="0"/>
              <a:t>单击此处编辑母版文本样式</a:t>
            </a:r>
            <a:endParaRPr lang="zh-CN" altLang="zh-CN" dirty="0"/>
          </a:p>
          <a:p>
            <a:pPr lvl="1" indent="-285750"/>
            <a:r>
              <a:rPr lang="zh-CN" altLang="zh-CN" dirty="0"/>
              <a:t>第二级</a:t>
            </a:r>
            <a:endParaRPr lang="zh-CN" altLang="zh-CN" dirty="0"/>
          </a:p>
          <a:p>
            <a:pPr lvl="2" indent="-228600"/>
            <a:r>
              <a:rPr lang="zh-CN" altLang="zh-CN" dirty="0"/>
              <a:t>第三级</a:t>
            </a:r>
            <a:endParaRPr lang="zh-CN" altLang="zh-CN" dirty="0"/>
          </a:p>
          <a:p>
            <a:pPr lvl="3" indent="-228600"/>
            <a:r>
              <a:rPr lang="zh-CN" altLang="zh-CN" dirty="0"/>
              <a:t>第四级</a:t>
            </a:r>
            <a:endParaRPr lang="zh-CN" altLang="zh-CN" dirty="0"/>
          </a:p>
          <a:p>
            <a:pPr lvl="4" indent="-228600"/>
            <a:r>
              <a:rPr lang="zh-CN" altLang="zh-CN" dirty="0"/>
              <a:t>第五级</a:t>
            </a:r>
            <a:endParaRPr lang="zh-CN" altLang="zh-CN" dirty="0"/>
          </a:p>
        </p:txBody>
      </p:sp>
      <p:sp>
        <p:nvSpPr>
          <p:cNvPr id="4100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buFont typeface="Arial" panose="020B0604020202020204" pitchFamily="34" charset="0"/>
              <a:buNone/>
              <a:defRPr sz="1400"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AEF3C867-A475-44BB-80CA-4A3FFCD34C77}" type="datetime1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101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/>
          <a:lstStyle>
            <a:lvl1pPr algn="ctr" eaLnBrk="1" hangingPunct="1">
              <a:buFont typeface="Arial" panose="020B0604020202020204" pitchFamily="34" charset="0"/>
              <a:buNone/>
              <a:defRPr sz="1400"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102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pPr lvl="0" algn="r" eaLnBrk="1" fontAlgn="base" hangingPunct="1">
              <a:buChar char="•"/>
            </a:pPr>
            <a:fld id="{9A0DB2DC-4C9A-4742-B13C-FB6460FD3503}" type="slidenum">
              <a:rPr lang="zh-CN" altLang="en-US" sz="1400" strike="noStrike" noProof="1" dirty="0">
                <a:latin typeface="Arial" panose="020B0604020202020204" pitchFamily="34" charset="0"/>
                <a:ea typeface="宋体" panose="02010600030101010101" pitchFamily="2" charset="-122"/>
                <a:cs typeface="+mn-ea"/>
              </a:rPr>
            </a:fld>
            <a:endParaRPr lang="zh-CN" altLang="en-US" sz="1400" strike="noStrike" noProof="1"/>
          </a:p>
        </p:txBody>
      </p:sp>
      <p:pic>
        <p:nvPicPr>
          <p:cNvPr id="4103" name="Picture 7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0" y="0"/>
            <a:ext cx="12192000" cy="6856413"/>
          </a:xfrm>
          <a:prstGeom prst="rect">
            <a:avLst/>
          </a:prstGeom>
          <a:noFill/>
          <a:ln w="9525"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64" r:id="rId1"/>
    <p:sldLayoutId id="2147483665" r:id="rId2"/>
    <p:sldLayoutId id="2147483666" r:id="rId3"/>
    <p:sldLayoutId id="2147483667" r:id="rId4"/>
    <p:sldLayoutId id="2147483668" r:id="rId5"/>
    <p:sldLayoutId id="2147483669" r:id="rId6"/>
    <p:sldLayoutId id="2147483670" r:id="rId7"/>
    <p:sldLayoutId id="2147483671" r:id="rId8"/>
    <p:sldLayoutId id="2147483672" r:id="rId9"/>
    <p:sldLayoutId id="2147483673" r:id="rId10"/>
    <p:sldLayoutId id="2147483674" r:id="rId11"/>
    <p:sldLayoutId id="2147483675" r:id="rId12"/>
  </p:sldLayoutIdLst>
  <p:hf sldNum="0" hdr="0" ftr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  <a:sym typeface="Arial" panose="020B0604020202020204" pitchFamily="34" charset="0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  <a:sym typeface="Arial" panose="020B0604020202020204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  <a:sym typeface="Arial" panose="020B0604020202020204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  <a:sym typeface="Arial" panose="020B0604020202020204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  <a:sym typeface="Arial" panose="020B0604020202020204" pitchFamily="34" charset="0"/>
        </a:defRPr>
      </a:lvl5pPr>
      <a:lvl6pPr marL="4572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  <a:sym typeface="Arial" panose="020B0604020202020204" pitchFamily="34" charset="0"/>
        </a:defRPr>
      </a:lvl6pPr>
      <a:lvl7pPr marL="9144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  <a:sym typeface="Arial" panose="020B0604020202020204" pitchFamily="34" charset="0"/>
        </a:defRPr>
      </a:lvl7pPr>
      <a:lvl8pPr marL="13716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  <a:sym typeface="Arial" panose="020B0604020202020204" pitchFamily="34" charset="0"/>
        </a:defRPr>
      </a:lvl8pPr>
      <a:lvl9pPr marL="18288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  <a:sym typeface="Arial" panose="020B0604020202020204" pitchFamily="34" charset="0"/>
        </a:defRPr>
      </a:lvl9pPr>
    </p:titleStyle>
    <p:bodyStyle>
      <a:lvl1pPr marL="342900" indent="-342900" algn="l" defTabSz="0" rtl="0" eaLnBrk="0" fontAlgn="base" hangingPunct="0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  <a:sym typeface="Arial" panose="020B0604020202020204" pitchFamily="34" charset="0"/>
        </a:defRPr>
      </a:lvl1pPr>
      <a:lvl2pPr marL="742950" indent="-285750" algn="l" defTabSz="0" rtl="0" eaLnBrk="0" fontAlgn="base" hangingPunct="0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  <a:sym typeface="Arial" panose="020B0604020202020204" pitchFamily="34" charset="0"/>
        </a:defRPr>
      </a:lvl2pPr>
      <a:lvl3pPr marL="1143000" indent="-228600" algn="l" defTabSz="0" rtl="0" eaLnBrk="0" fontAlgn="base" hangingPunct="0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  <a:sym typeface="Arial" panose="020B0604020202020204" pitchFamily="34" charset="0"/>
        </a:defRPr>
      </a:lvl3pPr>
      <a:lvl4pPr marL="1600200" indent="-228600" algn="l" defTabSz="0" rtl="0" eaLnBrk="0" fontAlgn="base" hangingPunct="0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  <a:sym typeface="Arial" panose="020B0604020202020204" pitchFamily="34" charset="0"/>
        </a:defRPr>
      </a:lvl4pPr>
      <a:lvl5pPr marL="2057400" indent="-228600" algn="l" defTabSz="0" rtl="0" eaLnBrk="0" fontAlgn="base" hangingPunct="0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  <a:sym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 descr="封底"/>
          <p:cNvPicPr>
            <a:picLocks noChangeAspect="1"/>
          </p:cNvPicPr>
          <p:nvPr userDrawn="1"/>
        </p:nvPicPr>
        <p:blipFill>
          <a:blip r:embed="rId4"/>
          <a:srcRect l="63557"/>
          <a:stretch>
            <a:fillRect/>
          </a:stretch>
        </p:blipFill>
        <p:spPr>
          <a:xfrm>
            <a:off x="5808663" y="-22225"/>
            <a:ext cx="6432550" cy="690880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5123" name="Picture 2" descr="封底"/>
          <p:cNvPicPr>
            <a:picLocks noChangeAspect="1"/>
          </p:cNvPicPr>
          <p:nvPr userDrawn="1"/>
        </p:nvPicPr>
        <p:blipFill>
          <a:blip r:embed="rId5"/>
          <a:srcRect r="63557"/>
          <a:stretch>
            <a:fillRect/>
          </a:stretch>
        </p:blipFill>
        <p:spPr>
          <a:xfrm>
            <a:off x="0" y="-22225"/>
            <a:ext cx="5808663" cy="690880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5124" name="图片 4"/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3683000" y="2016125"/>
            <a:ext cx="4251325" cy="1377950"/>
          </a:xfrm>
          <a:prstGeom prst="rect">
            <a:avLst/>
          </a:prstGeom>
          <a:noFill/>
          <a:ln w="9525"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77" r:id="rId1"/>
    <p:sldLayoutId id="2147483678" r:id="rId2"/>
    <p:sldLayoutId id="2147483679" r:id="rId3"/>
  </p:sldLayoutIdLst>
  <p:hf sldNum="0"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5pPr>
      <a:lvl6pPr marL="4572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6pPr>
      <a:lvl7pPr marL="9144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7pPr>
      <a:lvl8pPr marL="13716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8pPr>
      <a:lvl9pPr marL="18288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38039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0" y="0"/>
            <a:ext cx="12195175" cy="686752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0575054" y="6230012"/>
            <a:ext cx="1304762" cy="438095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81" r:id="rId1"/>
    <p:sldLayoutId id="2147483682" r:id="rId2"/>
    <p:sldLayoutId id="2147483683" r:id="rId3"/>
    <p:sldLayoutId id="2147483684" r:id="rId4"/>
    <p:sldLayoutId id="2147483685" r:id="rId5"/>
    <p:sldLayoutId id="2147483686" r:id="rId6"/>
    <p:sldLayoutId id="2147483687" r:id="rId7"/>
    <p:sldLayoutId id="2147483688" r:id="rId8"/>
    <p:sldLayoutId id="2147483689" r:id="rId9"/>
    <p:sldLayoutId id="2147483690" r:id="rId10"/>
    <p:sldLayoutId id="2147483691" r:id="rId11"/>
    <p:sldLayoutId id="2147483692" r:id="rId12"/>
    <p:sldLayoutId id="2147483693" r:id="rId13"/>
  </p:sldLayoutIdLst>
  <p:hf sldNum="0" hdr="0" ftr="0" dt="0"/>
  <p:txStyles>
    <p:titleStyle>
      <a:lvl1pPr marL="914400" indent="-914400" algn="l" defTabSz="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  <a:sym typeface="Calibri Light" panose="020F0302020204030204" pitchFamily="34" charset="0"/>
        </a:defRPr>
      </a:lvl1pPr>
      <a:lvl2pPr marL="914400" indent="-914400" algn="l" defTabSz="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  <a:sym typeface="Calibri Light" panose="020F0302020204030204" pitchFamily="34" charset="0"/>
        </a:defRPr>
      </a:lvl2pPr>
      <a:lvl3pPr marL="914400" indent="-914400" algn="l" defTabSz="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  <a:sym typeface="Calibri Light" panose="020F0302020204030204" pitchFamily="34" charset="0"/>
        </a:defRPr>
      </a:lvl3pPr>
      <a:lvl4pPr marL="914400" indent="-914400" algn="l" defTabSz="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  <a:sym typeface="Calibri Light" panose="020F0302020204030204" pitchFamily="34" charset="0"/>
        </a:defRPr>
      </a:lvl4pPr>
      <a:lvl5pPr marL="914400" indent="-914400" algn="l" defTabSz="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  <a:sym typeface="Calibri Light" panose="020F0302020204030204" pitchFamily="34" charset="0"/>
        </a:defRPr>
      </a:lvl5pPr>
      <a:lvl6pPr marL="1371600" indent="-914400" algn="l" defTabSz="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  <a:sym typeface="Calibri Light" panose="020F0302020204030204" pitchFamily="34" charset="0"/>
        </a:defRPr>
      </a:lvl6pPr>
      <a:lvl7pPr marL="1828800" indent="-914400" algn="l" defTabSz="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  <a:sym typeface="Calibri Light" panose="020F0302020204030204" pitchFamily="34" charset="0"/>
        </a:defRPr>
      </a:lvl7pPr>
      <a:lvl8pPr marL="2286000" indent="-914400" algn="l" defTabSz="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  <a:sym typeface="Calibri Light" panose="020F0302020204030204" pitchFamily="34" charset="0"/>
        </a:defRPr>
      </a:lvl8pPr>
      <a:lvl9pPr marL="2743200" indent="-914400" algn="l" defTabSz="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  <a:sym typeface="Calibri Light" panose="020F0302020204030204" pitchFamily="34" charset="0"/>
        </a:defRPr>
      </a:lvl9pPr>
    </p:titleStyle>
    <p:bodyStyle>
      <a:lvl1pPr marL="228600" indent="-228600" algn="l" defTabSz="0" rtl="0" eaLnBrk="0" fontAlgn="base" hangingPunct="0">
        <a:lnSpc>
          <a:spcPct val="90000"/>
        </a:lnSpc>
        <a:spcBef>
          <a:spcPts val="1000"/>
        </a:spcBef>
        <a:spcAft>
          <a:spcPct val="0"/>
        </a:spcAft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  <a:sym typeface="Calibri" panose="020F0502020204030204" pitchFamily="34" charset="0"/>
        </a:defRPr>
      </a:lvl1pPr>
      <a:lvl2pPr marL="685800" indent="-228600" algn="l" defTabSz="0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  <a:sym typeface="Calibri" panose="020F0502020204030204" pitchFamily="34" charset="0"/>
        </a:defRPr>
      </a:lvl2pPr>
      <a:lvl3pPr marL="1143000" indent="-228600" algn="l" defTabSz="0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  <a:sym typeface="Calibri" panose="020F0502020204030204" pitchFamily="34" charset="0"/>
        </a:defRPr>
      </a:lvl3pPr>
      <a:lvl4pPr marL="1600200" indent="-228600" algn="l" defTabSz="0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  <a:sym typeface="Calibri" panose="020F0502020204030204" pitchFamily="34" charset="0"/>
        </a:defRPr>
      </a:lvl4pPr>
      <a:lvl5pPr marL="2057400" indent="-228600" algn="l" defTabSz="0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  <a:sym typeface="Calibri" panose="020F050202020403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-7620" y="-8255"/>
            <a:ext cx="12216765" cy="6880225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95" r:id="rId1"/>
    <p:sldLayoutId id="2147483696" r:id="rId2"/>
    <p:sldLayoutId id="2147483697" r:id="rId3"/>
    <p:sldLayoutId id="2147483698" r:id="rId4"/>
    <p:sldLayoutId id="2147483699" r:id="rId5"/>
    <p:sldLayoutId id="2147483700" r:id="rId6"/>
    <p:sldLayoutId id="2147483701" r:id="rId7"/>
    <p:sldLayoutId id="2147483702" r:id="rId8"/>
    <p:sldLayoutId id="2147483703" r:id="rId9"/>
    <p:sldLayoutId id="2147483704" r:id="rId10"/>
    <p:sldLayoutId id="2147483705" r:id="rId11"/>
  </p:sldLayoutIdLst>
  <p:txStyles>
    <p:titleStyle>
      <a:lvl1pPr algn="ctr" defTabSz="914400" rtl="0" eaLnBrk="0" fontAlgn="ctr" latinLnBrk="1" hangingPunct="0">
        <a:spcBef>
          <a:spcPct val="0"/>
        </a:spcBef>
        <a:spcAft>
          <a:spcPct val="0"/>
        </a:spcAft>
        <a:defRPr sz="5865" kern="1200">
          <a:solidFill>
            <a:schemeClr val="tx2"/>
          </a:solidFill>
          <a:latin typeface="Arial" panose="020B0604020202020204" pitchFamily="34" charset="0"/>
          <a:ea typeface="+mj-ea"/>
          <a:cs typeface="+mj-cs"/>
        </a:defRPr>
      </a:lvl1pPr>
      <a:lvl2pPr algn="ctr" defTabSz="914400" rtl="0" eaLnBrk="0" fontAlgn="ctr" latinLnBrk="1" hangingPunct="0">
        <a:spcBef>
          <a:spcPct val="0"/>
        </a:spcBef>
        <a:spcAft>
          <a:spcPct val="0"/>
        </a:spcAft>
        <a:defRPr sz="5865">
          <a:solidFill>
            <a:schemeClr val="tx2"/>
          </a:solidFill>
          <a:latin typeface="Arial" panose="020B0604020202020204" pitchFamily="34" charset="0"/>
        </a:defRPr>
      </a:lvl2pPr>
      <a:lvl3pPr algn="ctr" defTabSz="914400" rtl="0" eaLnBrk="0" fontAlgn="ctr" latinLnBrk="1" hangingPunct="0">
        <a:spcBef>
          <a:spcPct val="0"/>
        </a:spcBef>
        <a:spcAft>
          <a:spcPct val="0"/>
        </a:spcAft>
        <a:defRPr sz="5865">
          <a:solidFill>
            <a:schemeClr val="tx2"/>
          </a:solidFill>
          <a:latin typeface="Arial" panose="020B0604020202020204" pitchFamily="34" charset="0"/>
        </a:defRPr>
      </a:lvl3pPr>
      <a:lvl4pPr algn="ctr" defTabSz="914400" rtl="0" eaLnBrk="0" fontAlgn="ctr" latinLnBrk="1" hangingPunct="0">
        <a:spcBef>
          <a:spcPct val="0"/>
        </a:spcBef>
        <a:spcAft>
          <a:spcPct val="0"/>
        </a:spcAft>
        <a:defRPr sz="5865">
          <a:solidFill>
            <a:schemeClr val="tx2"/>
          </a:solidFill>
          <a:latin typeface="Arial" panose="020B0604020202020204" pitchFamily="34" charset="0"/>
        </a:defRPr>
      </a:lvl4pPr>
      <a:lvl5pPr algn="ctr" defTabSz="914400" rtl="0" eaLnBrk="0" fontAlgn="ctr" latinLnBrk="1" hangingPunct="0">
        <a:spcBef>
          <a:spcPct val="0"/>
        </a:spcBef>
        <a:spcAft>
          <a:spcPct val="0"/>
        </a:spcAft>
        <a:defRPr sz="5865">
          <a:solidFill>
            <a:schemeClr val="tx2"/>
          </a:solidFill>
          <a:latin typeface="Arial" panose="020B0604020202020204" pitchFamily="34" charset="0"/>
        </a:defRPr>
      </a:lvl5pPr>
      <a:lvl6pPr marL="609600" algn="ctr" defTabSz="914400" rtl="0" eaLnBrk="0" fontAlgn="ctr" latinLnBrk="1" hangingPunct="0">
        <a:spcBef>
          <a:spcPct val="0"/>
        </a:spcBef>
        <a:spcAft>
          <a:spcPct val="0"/>
        </a:spcAft>
        <a:defRPr sz="5865">
          <a:solidFill>
            <a:schemeClr val="tx2"/>
          </a:solidFill>
          <a:latin typeface="Arial" panose="020B0604020202020204" pitchFamily="34" charset="0"/>
        </a:defRPr>
      </a:lvl6pPr>
      <a:lvl7pPr marL="1219200" algn="ctr" defTabSz="914400" rtl="0" eaLnBrk="0" fontAlgn="ctr" latinLnBrk="1" hangingPunct="0">
        <a:spcBef>
          <a:spcPct val="0"/>
        </a:spcBef>
        <a:spcAft>
          <a:spcPct val="0"/>
        </a:spcAft>
        <a:defRPr sz="5865">
          <a:solidFill>
            <a:schemeClr val="tx2"/>
          </a:solidFill>
          <a:latin typeface="Arial" panose="020B0604020202020204" pitchFamily="34" charset="0"/>
        </a:defRPr>
      </a:lvl7pPr>
      <a:lvl8pPr marL="1828800" algn="ctr" defTabSz="914400" rtl="0" eaLnBrk="0" fontAlgn="ctr" latinLnBrk="1" hangingPunct="0">
        <a:spcBef>
          <a:spcPct val="0"/>
        </a:spcBef>
        <a:spcAft>
          <a:spcPct val="0"/>
        </a:spcAft>
        <a:defRPr sz="5865">
          <a:solidFill>
            <a:schemeClr val="tx2"/>
          </a:solidFill>
          <a:latin typeface="Arial" panose="020B0604020202020204" pitchFamily="34" charset="0"/>
        </a:defRPr>
      </a:lvl8pPr>
      <a:lvl9pPr marL="2438400" algn="ctr" defTabSz="914400" rtl="0" eaLnBrk="0" fontAlgn="ctr" latinLnBrk="1" hangingPunct="0">
        <a:spcBef>
          <a:spcPct val="0"/>
        </a:spcBef>
        <a:spcAft>
          <a:spcPct val="0"/>
        </a:spcAft>
        <a:defRPr sz="5865">
          <a:solidFill>
            <a:schemeClr val="tx2"/>
          </a:solidFill>
          <a:latin typeface="Arial" panose="020B0604020202020204" pitchFamily="34" charset="0"/>
        </a:defRPr>
      </a:lvl9pPr>
    </p:titleStyle>
    <p:bodyStyle>
      <a:lvl1pPr marL="342900" indent="-342900" algn="l" defTabSz="914400" rtl="0" eaLnBrk="0" fontAlgn="ctr" latinLnBrk="1" hangingPunct="0">
        <a:spcBef>
          <a:spcPct val="15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1pPr>
      <a:lvl2pPr marL="342900" lvl="1" indent="-342900" algn="l" defTabSz="914400" rtl="0" eaLnBrk="0" fontAlgn="ctr" latinLnBrk="1" hangingPunct="0">
        <a:spcBef>
          <a:spcPct val="15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2pPr>
      <a:lvl3pPr marL="743585" lvl="2" indent="-286385" algn="l" defTabSz="914400" rtl="0" eaLnBrk="0" fontAlgn="base" latinLnBrk="1" hangingPunct="0">
        <a:spcBef>
          <a:spcPct val="15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3pPr>
      <a:lvl4pPr marL="1143000" lvl="3" indent="-228600" algn="l" defTabSz="914400" rtl="0" eaLnBrk="0" fontAlgn="base" latinLnBrk="1" hangingPunct="0">
        <a:spcBef>
          <a:spcPct val="15000"/>
        </a:spcBef>
        <a:spcAft>
          <a:spcPct val="0"/>
        </a:spcAft>
        <a:buChar char="•"/>
        <a:defRPr sz="2800" kern="120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4pPr>
      <a:lvl5pPr marL="1600200" lvl="4" indent="-228600" algn="l" defTabSz="914400" rtl="0" eaLnBrk="0" fontAlgn="base" latinLnBrk="1" hangingPunct="0">
        <a:spcBef>
          <a:spcPct val="15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5pPr>
      <a:lvl6pPr marL="2515235" lvl="5" indent="-227965" algn="l" defTabSz="914400" eaLnBrk="0" fontAlgn="base" latinLnBrk="0" hangingPunct="0">
        <a:lnSpc>
          <a:spcPct val="100000"/>
        </a:lnSpc>
        <a:spcBef>
          <a:spcPct val="15000"/>
        </a:spcBef>
        <a:spcAft>
          <a:spcPct val="0"/>
        </a:spcAft>
        <a:buChar char="–"/>
        <a:defRPr sz="2000" b="0" i="0" u="none" kern="1200" baseline="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6pPr>
      <a:lvl7pPr marL="2972435" lvl="6" indent="-227965" algn="l" defTabSz="914400" eaLnBrk="0" fontAlgn="base" latinLnBrk="0" hangingPunct="0">
        <a:lnSpc>
          <a:spcPct val="100000"/>
        </a:lnSpc>
        <a:spcBef>
          <a:spcPct val="15000"/>
        </a:spcBef>
        <a:spcAft>
          <a:spcPct val="0"/>
        </a:spcAft>
        <a:buChar char="–"/>
        <a:defRPr sz="2000" b="0" i="0" u="none" kern="1200" baseline="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7pPr>
      <a:lvl8pPr marL="3429635" lvl="7" indent="-227965" algn="l" defTabSz="914400" eaLnBrk="0" fontAlgn="base" latinLnBrk="0" hangingPunct="0">
        <a:lnSpc>
          <a:spcPct val="100000"/>
        </a:lnSpc>
        <a:spcBef>
          <a:spcPct val="15000"/>
        </a:spcBef>
        <a:spcAft>
          <a:spcPct val="0"/>
        </a:spcAft>
        <a:buChar char="–"/>
        <a:defRPr sz="2000" b="0" i="0" u="none" kern="1200" baseline="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8pPr>
      <a:lvl9pPr marL="3886835" lvl="8" indent="-227965" algn="l" defTabSz="914400" eaLnBrk="0" fontAlgn="base" latinLnBrk="0" hangingPunct="0">
        <a:lnSpc>
          <a:spcPct val="100000"/>
        </a:lnSpc>
        <a:spcBef>
          <a:spcPct val="15000"/>
        </a:spcBef>
        <a:spcAft>
          <a:spcPct val="0"/>
        </a:spcAft>
        <a:buChar char="–"/>
        <a:defRPr sz="2000" b="0" i="0" u="none" kern="1200" baseline="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9pPr>
    </p:bodyStyle>
    <p:otherStyle>
      <a:lvl1pPr marL="0" lvl="0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charset="-52"/>
        <a:buNone/>
        <a:defRPr sz="1800"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1pPr>
      <a:lvl2pPr marL="457200" lvl="1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charset="-52"/>
        <a:buNone/>
        <a:defRPr sz="1800"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2pPr>
      <a:lvl3pPr marL="914400" lvl="2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charset="-52"/>
        <a:buNone/>
        <a:defRPr sz="1800"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3pPr>
      <a:lvl4pPr marL="1371600" lvl="3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charset="-52"/>
        <a:buNone/>
        <a:defRPr sz="1800"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4pPr>
      <a:lvl5pPr marL="1828800" lvl="4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charset="-52"/>
        <a:buNone/>
        <a:defRPr sz="1800"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5pPr>
      <a:lvl6pPr marL="2286000" lvl="5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charset="-52"/>
        <a:buNone/>
        <a:defRPr sz="1800"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6pPr>
      <a:lvl7pPr marL="2743835" lvl="6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charset="-52"/>
        <a:buNone/>
        <a:defRPr sz="1800"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7pPr>
      <a:lvl8pPr marL="3201035" lvl="7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charset="-52"/>
        <a:buNone/>
        <a:defRPr sz="1800"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8pPr>
      <a:lvl9pPr marL="3658235" lvl="8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charset="-52"/>
        <a:buNone/>
        <a:defRPr sz="1800"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任意多边形 6"/>
          <p:cNvSpPr/>
          <p:nvPr/>
        </p:nvSpPr>
        <p:spPr>
          <a:xfrm>
            <a:off x="-11113" y="1895475"/>
            <a:ext cx="1350963" cy="4635500"/>
          </a:xfrm>
          <a:custGeom>
            <a:avLst/>
            <a:gdLst>
              <a:gd name="connisteX0" fmla="*/ 0 w 1350645"/>
              <a:gd name="connsiteY0" fmla="*/ 3949065 h 3949065"/>
              <a:gd name="connisteX1" fmla="*/ 1350645 w 1350645"/>
              <a:gd name="connsiteY1" fmla="*/ 3166745 h 3949065"/>
              <a:gd name="connisteX2" fmla="*/ 0 w 1350645"/>
              <a:gd name="connsiteY2" fmla="*/ 0 h 3949065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</a:cxnLst>
            <a:rect l="l" t="t" r="r" b="b"/>
            <a:pathLst>
              <a:path w="1350645" h="3949065">
                <a:moveTo>
                  <a:pt x="0" y="3949065"/>
                </a:moveTo>
                <a:cubicBezTo>
                  <a:pt x="297180" y="3855720"/>
                  <a:pt x="1350645" y="3956685"/>
                  <a:pt x="1350645" y="3166745"/>
                </a:cubicBezTo>
                <a:cubicBezTo>
                  <a:pt x="1350645" y="2376805"/>
                  <a:pt x="297180" y="617855"/>
                  <a:pt x="0" y="0"/>
                </a:cubicBezTo>
              </a:path>
            </a:pathLst>
          </a:custGeom>
          <a:solidFill>
            <a:srgbClr val="DE403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buFont typeface="Arial" panose="020B0604020202020204" pitchFamily="34" charset="0"/>
              <a:buNone/>
              <a:defRPr/>
            </a:pPr>
            <a:endParaRPr lang="zh-CN" altLang="en-US" noProof="1"/>
          </a:p>
        </p:txBody>
      </p:sp>
      <p:sp>
        <p:nvSpPr>
          <p:cNvPr id="8" name="任意多边形 7"/>
          <p:cNvSpPr/>
          <p:nvPr/>
        </p:nvSpPr>
        <p:spPr>
          <a:xfrm>
            <a:off x="-11113" y="766763"/>
            <a:ext cx="1350963" cy="5324475"/>
          </a:xfrm>
          <a:custGeom>
            <a:avLst/>
            <a:gdLst>
              <a:gd name="connisteX0" fmla="*/ 0 w 2075180"/>
              <a:gd name="connsiteY0" fmla="*/ 0 h 4696460"/>
              <a:gd name="connisteX1" fmla="*/ 2075180 w 2075180"/>
              <a:gd name="connsiteY1" fmla="*/ 1435100 h 4696460"/>
              <a:gd name="connisteX2" fmla="*/ 0 w 2075180"/>
              <a:gd name="connsiteY2" fmla="*/ 4696460 h 4696460"/>
              <a:gd name="connisteX3" fmla="*/ 1885950 w 2075180"/>
              <a:gd name="connsiteY3" fmla="*/ 5229860 h 469646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</a:cxnLst>
            <a:rect l="l" t="t" r="r" b="b"/>
            <a:pathLst>
              <a:path w="2075180" h="4696460">
                <a:moveTo>
                  <a:pt x="0" y="0"/>
                </a:moveTo>
                <a:cubicBezTo>
                  <a:pt x="456565" y="221615"/>
                  <a:pt x="2075180" y="495935"/>
                  <a:pt x="2075180" y="1435100"/>
                </a:cubicBezTo>
                <a:cubicBezTo>
                  <a:pt x="2075180" y="2374265"/>
                  <a:pt x="38100" y="3937635"/>
                  <a:pt x="0" y="4696460"/>
                </a:cubicBezTo>
              </a:path>
            </a:pathLst>
          </a:custGeom>
          <a:solidFill>
            <a:srgbClr val="004B9E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buFont typeface="Arial" panose="020B0604020202020204" pitchFamily="34" charset="0"/>
              <a:buNone/>
              <a:defRPr/>
            </a:pPr>
            <a:endParaRPr lang="zh-CN" altLang="en-US" noProof="1"/>
          </a:p>
        </p:txBody>
      </p:sp>
      <p:pic>
        <p:nvPicPr>
          <p:cNvPr id="3076" name="图片 2"/>
          <p:cNvPicPr>
            <a:picLocks noChangeAspect="1" noChangeArrowheads="1"/>
          </p:cNvPicPr>
          <p:nvPr/>
        </p:nvPicPr>
        <p:blipFill>
          <a:blip r:embed="rId5" cstate="print"/>
          <a:srcRect l="10660" t="27638" r="15855" b="32150"/>
          <a:stretch>
            <a:fillRect/>
          </a:stretch>
        </p:blipFill>
        <p:spPr bwMode="auto">
          <a:xfrm>
            <a:off x="10727737" y="201716"/>
            <a:ext cx="1049586" cy="4067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文本框 5"/>
          <p:cNvSpPr txBox="1"/>
          <p:nvPr/>
        </p:nvSpPr>
        <p:spPr>
          <a:xfrm>
            <a:off x="10560496" y="6453336"/>
            <a:ext cx="793304" cy="268139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r" eaLnBrk="0" fontAlgn="base" hangingPunct="0">
              <a:spcBef>
                <a:spcPct val="0"/>
              </a:spcBef>
              <a:spcAft>
                <a:spcPct val="0"/>
              </a:spcAft>
              <a:buFont typeface="+mj-lt"/>
              <a:buNone/>
            </a:pPr>
            <a:fld id="{BB3C23E7-89A6-4D0D-A539-AD17B7375FE5}" type="slidenum">
              <a:rPr lang="zh-CN" altLang="en-US" sz="1050">
                <a:solidFill>
                  <a:prstClr val="black"/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</a:fld>
            <a:endParaRPr lang="zh-CN" altLang="en-US" sz="1050" dirty="0">
              <a:solidFill>
                <a:prstClr val="black"/>
              </a:solidFill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7" r:id="rId1"/>
    <p:sldLayoutId id="2147483708" r:id="rId2"/>
    <p:sldLayoutId id="2147483709" r:id="rId3"/>
    <p:sldLayoutId id="2147483710" r:id="rId4"/>
  </p:sldLayoutIdLst>
  <p:hf sldNum="0" hdr="0"/>
  <p:txStyles>
    <p:titleStyle>
      <a:lvl1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2pPr>
      <a:lvl3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3pPr>
      <a:lvl4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4pPr>
      <a:lvl5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5pPr>
      <a:lvl6pPr marL="4572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6pPr>
      <a:lvl7pPr marL="9144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7pPr>
      <a:lvl8pPr marL="13716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8pPr>
      <a:lvl9pPr marL="18288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9pPr>
    </p:titleStyle>
    <p:bodyStyle>
      <a:lvl1pPr marL="228600" indent="-228600" algn="l" rtl="0" eaLnBrk="0" fontAlgn="base" hangingPunct="0">
        <a:lnSpc>
          <a:spcPct val="90000"/>
        </a:lnSpc>
        <a:spcBef>
          <a:spcPts val="1000"/>
        </a:spcBef>
        <a:spcAft>
          <a:spcPct val="0"/>
        </a:spcAft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0" y="0"/>
            <a:ext cx="2927351" cy="6885517"/>
          </a:xfrm>
          <a:prstGeom prst="rect">
            <a:avLst/>
          </a:prstGeom>
          <a:solidFill>
            <a:srgbClr val="0070C0"/>
          </a:solidFill>
          <a:ln>
            <a:solidFill>
              <a:srgbClr val="0070C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矩形 63"/>
          <p:cNvSpPr/>
          <p:nvPr/>
        </p:nvSpPr>
        <p:spPr>
          <a:xfrm>
            <a:off x="527051" y="3177117"/>
            <a:ext cx="1917700" cy="82994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algn="ctr" eaLnBrk="1" hangingPunct="1"/>
            <a:r>
              <a:rPr lang="zh-CN" altLang="en-US" sz="48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目  录</a:t>
            </a:r>
            <a:endParaRPr lang="zh-CN" altLang="en-US" sz="4800" b="1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 Unicode MS" panose="020B0604020202020204" charset="-122"/>
            </a:endParaRPr>
          </a:p>
        </p:txBody>
      </p:sp>
      <p:sp>
        <p:nvSpPr>
          <p:cNvPr id="9" name="Freeform 157"/>
          <p:cNvSpPr/>
          <p:nvPr/>
        </p:nvSpPr>
        <p:spPr>
          <a:xfrm>
            <a:off x="1007533" y="1989667"/>
            <a:ext cx="975784" cy="948267"/>
          </a:xfrm>
          <a:custGeom>
            <a:avLst/>
            <a:gdLst/>
            <a:ahLst/>
            <a:cxnLst>
              <a:cxn ang="0">
                <a:pos x="356684" y="101108"/>
              </a:cxn>
              <a:cxn ang="0">
                <a:pos x="356684" y="101108"/>
              </a:cxn>
              <a:cxn ang="0">
                <a:pos x="203160" y="270003"/>
              </a:cxn>
              <a:cxn ang="0">
                <a:pos x="356684" y="421665"/>
              </a:cxn>
              <a:cxn ang="0">
                <a:pos x="526369" y="270003"/>
              </a:cxn>
              <a:cxn ang="0">
                <a:pos x="356684" y="101108"/>
              </a:cxn>
              <a:cxn ang="0">
                <a:pos x="356684" y="371111"/>
              </a:cxn>
              <a:cxn ang="0">
                <a:pos x="356684" y="371111"/>
              </a:cxn>
              <a:cxn ang="0">
                <a:pos x="255104" y="270003"/>
              </a:cxn>
              <a:cxn ang="0">
                <a:pos x="356684" y="151661"/>
              </a:cxn>
              <a:cxn ang="0">
                <a:pos x="475579" y="270003"/>
              </a:cxn>
              <a:cxn ang="0">
                <a:pos x="356684" y="371111"/>
              </a:cxn>
              <a:cxn ang="0">
                <a:pos x="611789" y="388345"/>
              </a:cxn>
              <a:cxn ang="0">
                <a:pos x="611789" y="388345"/>
              </a:cxn>
              <a:cxn ang="0">
                <a:pos x="645264" y="270003"/>
              </a:cxn>
              <a:cxn ang="0">
                <a:pos x="356684" y="0"/>
              </a:cxn>
              <a:cxn ang="0">
                <a:pos x="84265" y="270003"/>
              </a:cxn>
              <a:cxn ang="0">
                <a:pos x="118895" y="388345"/>
              </a:cxn>
              <a:cxn ang="0">
                <a:pos x="0" y="574475"/>
              </a:cxn>
              <a:cxn ang="0">
                <a:pos x="135055" y="608943"/>
              </a:cxn>
              <a:cxn ang="0">
                <a:pos x="237790" y="710051"/>
              </a:cxn>
              <a:cxn ang="0">
                <a:pos x="339370" y="541155"/>
              </a:cxn>
              <a:cxn ang="0">
                <a:pos x="356684" y="541155"/>
              </a:cxn>
              <a:cxn ang="0">
                <a:pos x="373999" y="541155"/>
              </a:cxn>
              <a:cxn ang="0">
                <a:pos x="475579" y="710051"/>
              </a:cxn>
              <a:cxn ang="0">
                <a:pos x="577159" y="608943"/>
              </a:cxn>
              <a:cxn ang="0">
                <a:pos x="730684" y="574475"/>
              </a:cxn>
              <a:cxn ang="0">
                <a:pos x="611789" y="388345"/>
              </a:cxn>
              <a:cxn ang="0">
                <a:pos x="237790" y="625029"/>
              </a:cxn>
              <a:cxn ang="0">
                <a:pos x="237790" y="625029"/>
              </a:cxn>
              <a:cxn ang="0">
                <a:pos x="169685" y="574475"/>
              </a:cxn>
              <a:cxn ang="0">
                <a:pos x="66950" y="541155"/>
              </a:cxn>
              <a:cxn ang="0">
                <a:pos x="135055" y="438899"/>
              </a:cxn>
              <a:cxn ang="0">
                <a:pos x="288580" y="523921"/>
              </a:cxn>
              <a:cxn ang="0">
                <a:pos x="237790" y="625029"/>
              </a:cxn>
              <a:cxn ang="0">
                <a:pos x="356684" y="489453"/>
              </a:cxn>
              <a:cxn ang="0">
                <a:pos x="356684" y="489453"/>
              </a:cxn>
              <a:cxn ang="0">
                <a:pos x="135055" y="270003"/>
              </a:cxn>
              <a:cxn ang="0">
                <a:pos x="356684" y="33320"/>
              </a:cxn>
              <a:cxn ang="0">
                <a:pos x="594474" y="270003"/>
              </a:cxn>
              <a:cxn ang="0">
                <a:pos x="356684" y="489453"/>
              </a:cxn>
              <a:cxn ang="0">
                <a:pos x="559845" y="574475"/>
              </a:cxn>
              <a:cxn ang="0">
                <a:pos x="559845" y="574475"/>
              </a:cxn>
              <a:cxn ang="0">
                <a:pos x="491740" y="625029"/>
              </a:cxn>
              <a:cxn ang="0">
                <a:pos x="424789" y="523921"/>
              </a:cxn>
              <a:cxn ang="0">
                <a:pos x="577159" y="438899"/>
              </a:cxn>
              <a:cxn ang="0">
                <a:pos x="645264" y="541155"/>
              </a:cxn>
              <a:cxn ang="0">
                <a:pos x="559845" y="574475"/>
              </a:cxn>
            </a:cxnLst>
            <a:rect l="0" t="0" r="0" b="0"/>
            <a:pathLst>
              <a:path w="634" h="619">
                <a:moveTo>
                  <a:pt x="309" y="88"/>
                </a:moveTo>
                <a:lnTo>
                  <a:pt x="309" y="88"/>
                </a:lnTo>
                <a:cubicBezTo>
                  <a:pt x="235" y="88"/>
                  <a:pt x="176" y="162"/>
                  <a:pt x="176" y="235"/>
                </a:cubicBezTo>
                <a:cubicBezTo>
                  <a:pt x="176" y="309"/>
                  <a:pt x="235" y="367"/>
                  <a:pt x="309" y="367"/>
                </a:cubicBezTo>
                <a:cubicBezTo>
                  <a:pt x="383" y="367"/>
                  <a:pt x="456" y="309"/>
                  <a:pt x="456" y="235"/>
                </a:cubicBezTo>
                <a:cubicBezTo>
                  <a:pt x="456" y="162"/>
                  <a:pt x="383" y="88"/>
                  <a:pt x="309" y="88"/>
                </a:cubicBezTo>
                <a:close/>
                <a:moveTo>
                  <a:pt x="309" y="323"/>
                </a:moveTo>
                <a:lnTo>
                  <a:pt x="309" y="323"/>
                </a:lnTo>
                <a:cubicBezTo>
                  <a:pt x="265" y="323"/>
                  <a:pt x="221" y="279"/>
                  <a:pt x="221" y="235"/>
                </a:cubicBezTo>
                <a:cubicBezTo>
                  <a:pt x="221" y="176"/>
                  <a:pt x="265" y="132"/>
                  <a:pt x="309" y="132"/>
                </a:cubicBezTo>
                <a:cubicBezTo>
                  <a:pt x="368" y="132"/>
                  <a:pt x="412" y="176"/>
                  <a:pt x="412" y="235"/>
                </a:cubicBezTo>
                <a:cubicBezTo>
                  <a:pt x="412" y="279"/>
                  <a:pt x="368" y="323"/>
                  <a:pt x="309" y="323"/>
                </a:cubicBezTo>
                <a:close/>
                <a:moveTo>
                  <a:pt x="530" y="338"/>
                </a:moveTo>
                <a:lnTo>
                  <a:pt x="530" y="338"/>
                </a:lnTo>
                <a:cubicBezTo>
                  <a:pt x="544" y="309"/>
                  <a:pt x="559" y="264"/>
                  <a:pt x="559" y="235"/>
                </a:cubicBezTo>
                <a:cubicBezTo>
                  <a:pt x="559" y="103"/>
                  <a:pt x="441" y="0"/>
                  <a:pt x="309" y="0"/>
                </a:cubicBezTo>
                <a:cubicBezTo>
                  <a:pt x="176" y="0"/>
                  <a:pt x="73" y="103"/>
                  <a:pt x="73" y="235"/>
                </a:cubicBezTo>
                <a:cubicBezTo>
                  <a:pt x="73" y="264"/>
                  <a:pt x="88" y="309"/>
                  <a:pt x="103" y="338"/>
                </a:cubicBezTo>
                <a:cubicBezTo>
                  <a:pt x="0" y="500"/>
                  <a:pt x="0" y="500"/>
                  <a:pt x="0" y="500"/>
                </a:cubicBezTo>
                <a:cubicBezTo>
                  <a:pt x="0" y="500"/>
                  <a:pt x="58" y="515"/>
                  <a:pt x="117" y="530"/>
                </a:cubicBezTo>
                <a:cubicBezTo>
                  <a:pt x="162" y="574"/>
                  <a:pt x="206" y="618"/>
                  <a:pt x="206" y="618"/>
                </a:cubicBezTo>
                <a:cubicBezTo>
                  <a:pt x="294" y="471"/>
                  <a:pt x="294" y="471"/>
                  <a:pt x="294" y="471"/>
                </a:cubicBezTo>
                <a:cubicBezTo>
                  <a:pt x="309" y="471"/>
                  <a:pt x="309" y="471"/>
                  <a:pt x="309" y="471"/>
                </a:cubicBezTo>
                <a:cubicBezTo>
                  <a:pt x="324" y="471"/>
                  <a:pt x="324" y="471"/>
                  <a:pt x="324" y="471"/>
                </a:cubicBezTo>
                <a:cubicBezTo>
                  <a:pt x="412" y="618"/>
                  <a:pt x="412" y="618"/>
                  <a:pt x="412" y="618"/>
                </a:cubicBezTo>
                <a:cubicBezTo>
                  <a:pt x="412" y="618"/>
                  <a:pt x="456" y="574"/>
                  <a:pt x="500" y="530"/>
                </a:cubicBezTo>
                <a:cubicBezTo>
                  <a:pt x="559" y="515"/>
                  <a:pt x="633" y="500"/>
                  <a:pt x="633" y="500"/>
                </a:cubicBezTo>
                <a:lnTo>
                  <a:pt x="530" y="338"/>
                </a:lnTo>
                <a:close/>
                <a:moveTo>
                  <a:pt x="206" y="544"/>
                </a:moveTo>
                <a:lnTo>
                  <a:pt x="206" y="544"/>
                </a:lnTo>
                <a:cubicBezTo>
                  <a:pt x="206" y="544"/>
                  <a:pt x="176" y="530"/>
                  <a:pt x="147" y="500"/>
                </a:cubicBezTo>
                <a:cubicBezTo>
                  <a:pt x="103" y="485"/>
                  <a:pt x="58" y="471"/>
                  <a:pt x="58" y="471"/>
                </a:cubicBezTo>
                <a:cubicBezTo>
                  <a:pt x="117" y="382"/>
                  <a:pt x="117" y="382"/>
                  <a:pt x="117" y="382"/>
                </a:cubicBezTo>
                <a:cubicBezTo>
                  <a:pt x="147" y="412"/>
                  <a:pt x="206" y="456"/>
                  <a:pt x="250" y="456"/>
                </a:cubicBezTo>
                <a:lnTo>
                  <a:pt x="206" y="544"/>
                </a:lnTo>
                <a:close/>
                <a:moveTo>
                  <a:pt x="309" y="426"/>
                </a:moveTo>
                <a:lnTo>
                  <a:pt x="309" y="426"/>
                </a:lnTo>
                <a:cubicBezTo>
                  <a:pt x="206" y="426"/>
                  <a:pt x="117" y="338"/>
                  <a:pt x="117" y="235"/>
                </a:cubicBezTo>
                <a:cubicBezTo>
                  <a:pt x="117" y="117"/>
                  <a:pt x="206" y="29"/>
                  <a:pt x="309" y="29"/>
                </a:cubicBezTo>
                <a:cubicBezTo>
                  <a:pt x="426" y="29"/>
                  <a:pt x="515" y="117"/>
                  <a:pt x="515" y="235"/>
                </a:cubicBezTo>
                <a:cubicBezTo>
                  <a:pt x="515" y="338"/>
                  <a:pt x="426" y="426"/>
                  <a:pt x="309" y="426"/>
                </a:cubicBezTo>
                <a:close/>
                <a:moveTo>
                  <a:pt x="485" y="500"/>
                </a:moveTo>
                <a:lnTo>
                  <a:pt x="485" y="500"/>
                </a:lnTo>
                <a:cubicBezTo>
                  <a:pt x="456" y="530"/>
                  <a:pt x="426" y="544"/>
                  <a:pt x="426" y="544"/>
                </a:cubicBezTo>
                <a:cubicBezTo>
                  <a:pt x="368" y="456"/>
                  <a:pt x="368" y="456"/>
                  <a:pt x="368" y="456"/>
                </a:cubicBezTo>
                <a:cubicBezTo>
                  <a:pt x="426" y="456"/>
                  <a:pt x="471" y="412"/>
                  <a:pt x="500" y="382"/>
                </a:cubicBezTo>
                <a:cubicBezTo>
                  <a:pt x="559" y="471"/>
                  <a:pt x="559" y="471"/>
                  <a:pt x="559" y="471"/>
                </a:cubicBezTo>
                <a:cubicBezTo>
                  <a:pt x="559" y="471"/>
                  <a:pt x="530" y="485"/>
                  <a:pt x="485" y="500"/>
                </a:cubicBezTo>
                <a:close/>
              </a:path>
            </a:pathLst>
          </a:custGeom>
          <a:solidFill>
            <a:srgbClr val="FFFFFF">
              <a:alpha val="100000"/>
            </a:srgbClr>
          </a:solidFill>
          <a:ln w="9525">
            <a:noFill/>
          </a:ln>
        </p:spPr>
        <p:txBody>
          <a:bodyPr/>
          <a:lstStyle/>
          <a:p>
            <a:endParaRPr lang="zh-CN" altLang="en-US" sz="100"/>
          </a:p>
        </p:txBody>
      </p:sp>
      <p:sp>
        <p:nvSpPr>
          <p:cNvPr id="10" name="Freeform 208"/>
          <p:cNvSpPr/>
          <p:nvPr/>
        </p:nvSpPr>
        <p:spPr>
          <a:xfrm>
            <a:off x="5000413" y="1581362"/>
            <a:ext cx="503767" cy="408517"/>
          </a:xfrm>
          <a:custGeom>
            <a:avLst/>
            <a:gdLst/>
            <a:ahLst/>
            <a:cxnLst>
              <a:cxn ang="0">
                <a:pos x="357455" y="117555"/>
              </a:cxn>
              <a:cxn ang="0">
                <a:pos x="357455" y="117555"/>
              </a:cxn>
              <a:cxn ang="0">
                <a:pos x="174128" y="258515"/>
              </a:cxn>
              <a:cxn ang="0">
                <a:pos x="57824" y="258515"/>
              </a:cxn>
              <a:cxn ang="0">
                <a:pos x="57824" y="172343"/>
              </a:cxn>
              <a:cxn ang="0">
                <a:pos x="222095" y="39362"/>
              </a:cxn>
              <a:cxn ang="0">
                <a:pos x="299632" y="39362"/>
              </a:cxn>
              <a:cxn ang="0">
                <a:pos x="299632" y="102129"/>
              </a:cxn>
              <a:cxn ang="0">
                <a:pos x="135360" y="235110"/>
              </a:cxn>
              <a:cxn ang="0">
                <a:pos x="96592" y="235110"/>
              </a:cxn>
              <a:cxn ang="0">
                <a:pos x="96592" y="203727"/>
              </a:cxn>
              <a:cxn ang="0">
                <a:pos x="241151" y="86172"/>
              </a:cxn>
              <a:cxn ang="0">
                <a:pos x="222095" y="70746"/>
              </a:cxn>
              <a:cxn ang="0">
                <a:pos x="76879" y="188301"/>
              </a:cxn>
              <a:cxn ang="0">
                <a:pos x="76879" y="243089"/>
              </a:cxn>
              <a:cxn ang="0">
                <a:pos x="154415" y="243089"/>
              </a:cxn>
              <a:cxn ang="0">
                <a:pos x="318687" y="117555"/>
              </a:cxn>
              <a:cxn ang="0">
                <a:pos x="318687" y="23937"/>
              </a:cxn>
              <a:cxn ang="0">
                <a:pos x="212896" y="23937"/>
              </a:cxn>
              <a:cxn ang="0">
                <a:pos x="38111" y="164364"/>
              </a:cxn>
              <a:cxn ang="0">
                <a:pos x="38111" y="274473"/>
              </a:cxn>
              <a:cxn ang="0">
                <a:pos x="183327" y="281920"/>
              </a:cxn>
              <a:cxn ang="0">
                <a:pos x="377168" y="125534"/>
              </a:cxn>
              <a:cxn ang="0">
                <a:pos x="357455" y="117555"/>
              </a:cxn>
            </a:cxnLst>
            <a:rect l="0" t="0" r="0" b="0"/>
            <a:pathLst>
              <a:path w="575" h="576">
                <a:moveTo>
                  <a:pt x="544" y="221"/>
                </a:moveTo>
                <a:lnTo>
                  <a:pt x="544" y="221"/>
                </a:lnTo>
                <a:cubicBezTo>
                  <a:pt x="265" y="486"/>
                  <a:pt x="265" y="486"/>
                  <a:pt x="265" y="486"/>
                </a:cubicBezTo>
                <a:cubicBezTo>
                  <a:pt x="220" y="530"/>
                  <a:pt x="147" y="530"/>
                  <a:pt x="88" y="486"/>
                </a:cubicBezTo>
                <a:cubicBezTo>
                  <a:pt x="44" y="442"/>
                  <a:pt x="44" y="368"/>
                  <a:pt x="88" y="324"/>
                </a:cubicBezTo>
                <a:cubicBezTo>
                  <a:pt x="338" y="74"/>
                  <a:pt x="338" y="74"/>
                  <a:pt x="338" y="74"/>
                </a:cubicBezTo>
                <a:cubicBezTo>
                  <a:pt x="383" y="45"/>
                  <a:pt x="426" y="45"/>
                  <a:pt x="456" y="74"/>
                </a:cubicBezTo>
                <a:cubicBezTo>
                  <a:pt x="485" y="103"/>
                  <a:pt x="485" y="162"/>
                  <a:pt x="456" y="192"/>
                </a:cubicBezTo>
                <a:cubicBezTo>
                  <a:pt x="206" y="442"/>
                  <a:pt x="206" y="442"/>
                  <a:pt x="206" y="442"/>
                </a:cubicBezTo>
                <a:cubicBezTo>
                  <a:pt x="191" y="457"/>
                  <a:pt x="162" y="457"/>
                  <a:pt x="147" y="442"/>
                </a:cubicBezTo>
                <a:cubicBezTo>
                  <a:pt x="132" y="427"/>
                  <a:pt x="132" y="398"/>
                  <a:pt x="147" y="383"/>
                </a:cubicBezTo>
                <a:cubicBezTo>
                  <a:pt x="367" y="162"/>
                  <a:pt x="367" y="162"/>
                  <a:pt x="367" y="162"/>
                </a:cubicBezTo>
                <a:cubicBezTo>
                  <a:pt x="338" y="133"/>
                  <a:pt x="338" y="133"/>
                  <a:pt x="338" y="133"/>
                </a:cubicBezTo>
                <a:cubicBezTo>
                  <a:pt x="117" y="354"/>
                  <a:pt x="117" y="354"/>
                  <a:pt x="117" y="354"/>
                </a:cubicBezTo>
                <a:cubicBezTo>
                  <a:pt x="88" y="383"/>
                  <a:pt x="88" y="427"/>
                  <a:pt x="117" y="457"/>
                </a:cubicBezTo>
                <a:cubicBezTo>
                  <a:pt x="147" y="501"/>
                  <a:pt x="206" y="501"/>
                  <a:pt x="235" y="457"/>
                </a:cubicBezTo>
                <a:cubicBezTo>
                  <a:pt x="485" y="221"/>
                  <a:pt x="485" y="221"/>
                  <a:pt x="485" y="221"/>
                </a:cubicBezTo>
                <a:cubicBezTo>
                  <a:pt x="530" y="162"/>
                  <a:pt x="530" y="88"/>
                  <a:pt x="485" y="45"/>
                </a:cubicBezTo>
                <a:cubicBezTo>
                  <a:pt x="441" y="0"/>
                  <a:pt x="367" y="0"/>
                  <a:pt x="324" y="45"/>
                </a:cubicBezTo>
                <a:cubicBezTo>
                  <a:pt x="58" y="309"/>
                  <a:pt x="58" y="309"/>
                  <a:pt x="58" y="309"/>
                </a:cubicBezTo>
                <a:cubicBezTo>
                  <a:pt x="0" y="368"/>
                  <a:pt x="14" y="457"/>
                  <a:pt x="58" y="516"/>
                </a:cubicBezTo>
                <a:cubicBezTo>
                  <a:pt x="117" y="575"/>
                  <a:pt x="206" y="575"/>
                  <a:pt x="279" y="530"/>
                </a:cubicBezTo>
                <a:cubicBezTo>
                  <a:pt x="574" y="236"/>
                  <a:pt x="574" y="236"/>
                  <a:pt x="574" y="236"/>
                </a:cubicBezTo>
                <a:lnTo>
                  <a:pt x="544" y="221"/>
                </a:lnTo>
              </a:path>
            </a:pathLst>
          </a:custGeom>
          <a:solidFill>
            <a:srgbClr val="0070C0">
              <a:alpha val="100000"/>
            </a:srgbClr>
          </a:solidFill>
          <a:ln w="9525">
            <a:noFill/>
          </a:ln>
        </p:spPr>
        <p:txBody>
          <a:bodyPr/>
          <a:lstStyle/>
          <a:p>
            <a:endParaRPr lang="zh-CN" altLang="en-US" sz="100"/>
          </a:p>
        </p:txBody>
      </p:sp>
      <p:sp>
        <p:nvSpPr>
          <p:cNvPr id="11" name="圆角矩形 12"/>
          <p:cNvSpPr/>
          <p:nvPr/>
        </p:nvSpPr>
        <p:spPr>
          <a:xfrm>
            <a:off x="6830060" y="1628775"/>
            <a:ext cx="1601470" cy="1309370"/>
          </a:xfrm>
          <a:prstGeom prst="roundRect">
            <a:avLst/>
          </a:prstGeom>
          <a:solidFill>
            <a:srgbClr val="0070C0"/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2400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1</a:t>
            </a:r>
            <a:endParaRPr kumimoji="0" lang="zh-CN" altLang="en-US" sz="2400" b="0" i="0" u="none" strike="noStrike" kern="1200" cap="none" spc="0" normalizeH="0" baseline="0" noProof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cxnSp>
        <p:nvCxnSpPr>
          <p:cNvPr id="12" name="直接连接符 11"/>
          <p:cNvCxnSpPr/>
          <p:nvPr/>
        </p:nvCxnSpPr>
        <p:spPr>
          <a:xfrm>
            <a:off x="5649596" y="4839335"/>
            <a:ext cx="4229100" cy="14817"/>
          </a:xfrm>
          <a:prstGeom prst="line">
            <a:avLst/>
          </a:prstGeom>
          <a:ln>
            <a:solidFill>
              <a:schemeClr val="tx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12" r:id="rId1"/>
    <p:sldLayoutId id="2147483713" r:id="rId2"/>
    <p:sldLayoutId id="2147483714" r:id="rId3"/>
    <p:sldLayoutId id="2147483715" r:id="rId4"/>
    <p:sldLayoutId id="2147483716" r:id="rId5"/>
    <p:sldLayoutId id="2147483717" r:id="rId6"/>
    <p:sldLayoutId id="2147483718" r:id="rId7"/>
    <p:sldLayoutId id="2147483719" r:id="rId8"/>
    <p:sldLayoutId id="2147483720" r:id="rId9"/>
    <p:sldLayoutId id="2147483721" r:id="rId10"/>
    <p:sldLayoutId id="2147483722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0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9.xml"/><Relationship Id="rId3" Type="http://schemas.openxmlformats.org/officeDocument/2006/relationships/image" Target="../media/image13.emf"/><Relationship Id="rId2" Type="http://schemas.openxmlformats.org/officeDocument/2006/relationships/image" Target="../media/image12.png"/><Relationship Id="rId1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标题 1"/>
          <p:cNvSpPr>
            <a:spLocks noChangeArrowheads="1"/>
          </p:cNvSpPr>
          <p:nvPr/>
        </p:nvSpPr>
        <p:spPr bwMode="auto">
          <a:xfrm>
            <a:off x="1115695" y="2390775"/>
            <a:ext cx="9961245" cy="8648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r>
              <a:rPr lang="zh-CN" sz="4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欧冶云商汇报类材料</a:t>
            </a:r>
            <a:r>
              <a:rPr lang="en-US" altLang="zh-CN" sz="4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PPT</a:t>
            </a:r>
            <a:r>
              <a:rPr lang="zh-CN" altLang="en-US" sz="4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模板及要求</a:t>
            </a:r>
            <a:endParaRPr lang="zh-CN" sz="48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7172" name="Text Box 4"/>
          <p:cNvSpPr>
            <a:spLocks noChangeArrowheads="1"/>
          </p:cNvSpPr>
          <p:nvPr/>
        </p:nvSpPr>
        <p:spPr bwMode="auto">
          <a:xfrm>
            <a:off x="4512945" y="4585335"/>
            <a:ext cx="3517900" cy="902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lnSpc>
                <a:spcPct val="120000"/>
              </a:lnSpc>
              <a:buFont typeface="Arial" panose="020B0604020202020204" pitchFamily="34" charset="0"/>
              <a:buNone/>
            </a:pPr>
            <a:r>
              <a:rPr lang="zh-CN" altLang="en-US" sz="2200" b="1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  <a:sym typeface="微软雅黑" panose="020B0503020204020204" pitchFamily="34" charset="-122"/>
              </a:rPr>
              <a:t>欧冶云商股份有限公司</a:t>
            </a:r>
            <a:endParaRPr lang="en-US" altLang="zh-CN" sz="2200" b="1" dirty="0">
              <a:solidFill>
                <a:schemeClr val="bg1"/>
              </a:solidFill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  <a:sym typeface="微软雅黑" panose="020B0503020204020204" pitchFamily="34" charset="-122"/>
            </a:endParaRPr>
          </a:p>
          <a:p>
            <a:pPr algn="ctr" eaLnBrk="1" hangingPunct="1">
              <a:lnSpc>
                <a:spcPct val="120000"/>
              </a:lnSpc>
              <a:buFont typeface="Arial" panose="020B0604020202020204" pitchFamily="34" charset="0"/>
              <a:buNone/>
            </a:pPr>
            <a:r>
              <a:rPr lang="en-US" altLang="zh-CN" sz="2200" b="1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  <a:sym typeface="微软雅黑" panose="020B0503020204020204" pitchFamily="34" charset="-122"/>
              </a:rPr>
              <a:t>2026</a:t>
            </a:r>
            <a:r>
              <a:rPr lang="zh-CN" altLang="en-US" sz="2200" b="1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  <a:sym typeface="微软雅黑" panose="020B0503020204020204" pitchFamily="34" charset="-122"/>
              </a:rPr>
              <a:t>年</a:t>
            </a:r>
            <a:r>
              <a:rPr lang="en-US" altLang="zh-CN" sz="2200" b="1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  <a:sym typeface="微软雅黑" panose="020B0503020204020204" pitchFamily="34" charset="-122"/>
              </a:rPr>
              <a:t>X</a:t>
            </a:r>
            <a:r>
              <a:rPr lang="zh-CN" altLang="en-US" sz="2200" b="1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  <a:sym typeface="微软雅黑" panose="020B0503020204020204" pitchFamily="34" charset="-122"/>
              </a:rPr>
              <a:t>月</a:t>
            </a:r>
            <a:endParaRPr lang="zh-CN" altLang="en-US" sz="2200" b="1" dirty="0">
              <a:solidFill>
                <a:schemeClr val="bg1"/>
              </a:solidFill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  <a:sym typeface="微软雅黑" panose="020B0503020204020204" pitchFamily="34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263525" y="269875"/>
            <a:ext cx="4102735" cy="70675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40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（模板供</a:t>
            </a:r>
            <a:r>
              <a:rPr lang="zh-CN" altLang="en-US" sz="40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参考）</a:t>
            </a:r>
            <a:endParaRPr lang="zh-CN" altLang="en-US" sz="40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218" name="矩形 13"/>
          <p:cNvSpPr/>
          <p:nvPr/>
        </p:nvSpPr>
        <p:spPr>
          <a:xfrm>
            <a:off x="679450" y="857885"/>
            <a:ext cx="4642485" cy="462915"/>
          </a:xfrm>
          <a:prstGeom prst="rect">
            <a:avLst/>
          </a:prstGeom>
          <a:noFill/>
          <a:ln w="9525">
            <a:noFill/>
          </a:ln>
        </p:spPr>
        <p:txBody>
          <a:bodyPr wrap="square" lIns="90170" tIns="46990" rIns="90170" bIns="46990" anchor="t">
            <a:spAutoFit/>
          </a:bodyPr>
          <a:p>
            <a:pPr lvl="0" indent="0" algn="l" defTabSz="914400">
              <a:buFont typeface="Arial" panose="020B0604020202020204" pitchFamily="34" charset="0"/>
              <a:buNone/>
            </a:pP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总体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要求：</a:t>
            </a:r>
            <a:endParaRPr lang="zh-CN" altLang="en-US" sz="2400" b="1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2317750" y="920750"/>
            <a:ext cx="3498850" cy="368300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>
              <a:spcBef>
                <a:spcPct val="0"/>
              </a:spcBef>
              <a:spcAft>
                <a:spcPct val="0"/>
              </a:spcAft>
            </a:pPr>
            <a:r>
              <a:rPr lang="zh-CN" sz="1800" b="1">
                <a:solidFill>
                  <a:srgbClr val="FF0000"/>
                </a:solidFill>
                <a:ea typeface="微软雅黑" panose="020B0503020204020204" pitchFamily="34" charset="-122"/>
              </a:rPr>
              <a:t>转换思维，优化作风，提高效率</a:t>
            </a:r>
            <a:endParaRPr lang="zh-CN" altLang="en-US" sz="1800" b="1">
              <a:solidFill>
                <a:srgbClr val="FF0000"/>
              </a:solidFill>
              <a:ea typeface="微软雅黑" panose="020B0503020204020204" pitchFamily="34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805180" y="1390650"/>
            <a:ext cx="9754235" cy="507365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342900" indent="-342900">
              <a:lnSpc>
                <a:spcPct val="180000"/>
              </a:lnSpc>
              <a:buAutoNum type="arabicPeriod"/>
            </a:pPr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汇报内容要</a:t>
            </a:r>
            <a:r>
              <a:rPr lang="zh-CN" altLang="en-US" sz="1800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文字精炼、内容简洁、数据详实、分析透彻，避免虚浮概念和内容；</a:t>
            </a:r>
            <a:endParaRPr lang="zh-CN" altLang="en-US" sz="1800" b="1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 marL="342900" indent="-342900">
              <a:lnSpc>
                <a:spcPct val="180000"/>
              </a:lnSpc>
              <a:buAutoNum type="arabicPeriod"/>
            </a:pPr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分析经营情况时多采用图表、数据、对比分析等直观方式，避免大段文字；</a:t>
            </a:r>
            <a:endParaRPr lang="zh-CN" altLang="en-US" sz="18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342900" indent="-342900">
              <a:lnSpc>
                <a:spcPct val="180000"/>
              </a:lnSpc>
              <a:buAutoNum type="arabicPeriod"/>
            </a:pPr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逻辑结构清晰，先</a:t>
            </a:r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表达结论，再</a:t>
            </a:r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展示论据，</a:t>
            </a:r>
            <a:r>
              <a:rPr lang="zh-CN" altLang="en-US" sz="1800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精简汇报页数</a:t>
            </a:r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，相关性较弱或补充说明的背景材料作为附件；</a:t>
            </a:r>
            <a:endParaRPr lang="zh-CN" altLang="en-US" sz="18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342900" indent="-342900">
              <a:lnSpc>
                <a:spcPct val="180000"/>
              </a:lnSpc>
              <a:buAutoNum type="arabicPeriod"/>
            </a:pPr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根据不同汇报对象调整汇报内容：</a:t>
            </a:r>
            <a:endParaRPr lang="zh-CN" altLang="en-US" sz="18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800100" lvl="1" indent="-342900">
              <a:lnSpc>
                <a:spcPct val="180000"/>
              </a:lnSpc>
              <a:buFont typeface="+mj-lt"/>
              <a:buAutoNum type="alphaLcParenR"/>
            </a:pPr>
            <a:r>
              <a:rPr lang="zh-CN" altLang="en-US" sz="1800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政府部门及上级领导：</a:t>
            </a:r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专题内容</a:t>
            </a:r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结合上级</a:t>
            </a:r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领导关注点，</a:t>
            </a:r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突出公司亮点与贡献；</a:t>
            </a:r>
            <a:endParaRPr lang="zh-CN" altLang="en-US" sz="18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800100" lvl="1" indent="-342900">
              <a:lnSpc>
                <a:spcPct val="180000"/>
              </a:lnSpc>
              <a:buFont typeface="+mj-lt"/>
              <a:buAutoNum type="alphaLcParenR"/>
            </a:pPr>
            <a:r>
              <a:rPr lang="zh-CN" altLang="en-US" sz="1800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集团公司领导</a:t>
            </a:r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：</a:t>
            </a:r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如汇报对象对欧冶较为熟悉，可省去公司介绍部分，聚焦经营状况、存在问题及解决方案，强调与集团战略的契合度及协同效应；</a:t>
            </a:r>
            <a:r>
              <a:rPr lang="zh-CN" altLang="en-US" sz="1800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集团主要领导调研时，相关材料应包含整合协同、三压减三提升、</a:t>
            </a:r>
            <a:r>
              <a:rPr lang="en-US" altLang="zh-CN" sz="1800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2526</a:t>
            </a:r>
            <a:r>
              <a:rPr lang="zh-CN" altLang="en-US" sz="1800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工程、科技创新等专篇</a:t>
            </a:r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。</a:t>
            </a:r>
            <a:endParaRPr lang="zh-CN" altLang="en-US" sz="18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800100" lvl="1" indent="-342900">
              <a:lnSpc>
                <a:spcPct val="180000"/>
              </a:lnSpc>
              <a:buFont typeface="+mj-lt"/>
              <a:buAutoNum type="alphaLcParenR"/>
            </a:pPr>
            <a:r>
              <a:rPr lang="zh-CN" altLang="en-US" sz="1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结合汇报对象关注重点选取介绍内容和倾向性。</a:t>
            </a:r>
            <a:endParaRPr lang="zh-CN" altLang="en-US" sz="180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289560" y="123825"/>
            <a:ext cx="3887470" cy="5219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/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一、上级领导调研类</a:t>
            </a:r>
            <a:endParaRPr lang="zh-CN" altLang="en-US" sz="2800" b="1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25" name="灯片编号占位符 6"/>
          <p:cNvSpPr>
            <a:spLocks noGrp="1"/>
          </p:cNvSpPr>
          <p:nvPr/>
        </p:nvSpPr>
        <p:spPr>
          <a:xfrm>
            <a:off x="11647170" y="6305550"/>
            <a:ext cx="393700" cy="36512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ctr" anchorCtr="0" compatLnSpc="1"/>
          <a:lstStyle>
            <a:defPPr>
              <a:defRPr lang="zh-CN"/>
            </a:defPPr>
            <a:lvl1pPr marL="0" algn="r" defTabSz="914400" rtl="0" eaLnBrk="1" latinLnBrk="0" hangingPunct="1">
              <a:buFont typeface="Arial" panose="020B0604020202020204" pitchFamily="34" charset="0"/>
              <a:buNone/>
              <a:defRPr sz="1200" kern="1200">
                <a:solidFill>
                  <a:srgbClr val="89898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base"/>
            <a:fld id="{5B2A23AA-2BC1-4957-8DEF-5FE6F5966177}" type="slidenum">
              <a:rPr lang="zh-CN" altLang="en-US" strike="noStrike" noProof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</a:fld>
            <a:endParaRPr lang="zh-CN" altLang="en-US" strike="noStrike" noProof="1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0" y="0"/>
            <a:ext cx="2927351" cy="6885517"/>
          </a:xfrm>
          <a:prstGeom prst="rect">
            <a:avLst/>
          </a:prstGeom>
          <a:solidFill>
            <a:srgbClr val="0070C0"/>
          </a:solidFill>
          <a:ln>
            <a:solidFill>
              <a:srgbClr val="0070C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3490" name="矩形 63"/>
          <p:cNvSpPr/>
          <p:nvPr/>
        </p:nvSpPr>
        <p:spPr>
          <a:xfrm>
            <a:off x="527051" y="3177117"/>
            <a:ext cx="1917700" cy="829945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4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微软雅黑" panose="020B0503020204020204" pitchFamily="34" charset="-122"/>
              </a:rPr>
              <a:t>目  录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Arial Unicode MS" panose="020B0604020202020204" charset="-122"/>
            </a:endParaRPr>
          </a:p>
        </p:txBody>
      </p:sp>
      <p:sp>
        <p:nvSpPr>
          <p:cNvPr id="63491" name="矩形 24"/>
          <p:cNvSpPr/>
          <p:nvPr/>
        </p:nvSpPr>
        <p:spPr>
          <a:xfrm>
            <a:off x="535517" y="3992033"/>
            <a:ext cx="2046816" cy="460375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u="sng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Arial Unicode MS" panose="020B0604020202020204" charset="-122"/>
              </a:rPr>
              <a:t>CONTENTS</a:t>
            </a:r>
            <a:endParaRPr kumimoji="0" lang="zh-CN" altLang="en-US" sz="2400" b="1" i="0" u="sng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Arial Unicode MS" panose="020B0604020202020204" charset="-122"/>
            </a:endParaRPr>
          </a:p>
        </p:txBody>
      </p:sp>
      <p:sp>
        <p:nvSpPr>
          <p:cNvPr id="63492" name="Freeform 157"/>
          <p:cNvSpPr/>
          <p:nvPr/>
        </p:nvSpPr>
        <p:spPr>
          <a:xfrm>
            <a:off x="1007533" y="1989667"/>
            <a:ext cx="975784" cy="948267"/>
          </a:xfrm>
          <a:custGeom>
            <a:avLst/>
            <a:gdLst/>
            <a:ahLst/>
            <a:cxnLst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0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0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</a:cxnLst>
            <a:rect l="0" t="0" r="0" b="0"/>
            <a:pathLst>
              <a:path w="634" h="619">
                <a:moveTo>
                  <a:pt x="309" y="88"/>
                </a:moveTo>
                <a:lnTo>
                  <a:pt x="309" y="88"/>
                </a:lnTo>
                <a:cubicBezTo>
                  <a:pt x="235" y="88"/>
                  <a:pt x="176" y="162"/>
                  <a:pt x="176" y="235"/>
                </a:cubicBezTo>
                <a:cubicBezTo>
                  <a:pt x="176" y="309"/>
                  <a:pt x="235" y="367"/>
                  <a:pt x="309" y="367"/>
                </a:cubicBezTo>
                <a:cubicBezTo>
                  <a:pt x="383" y="367"/>
                  <a:pt x="456" y="309"/>
                  <a:pt x="456" y="235"/>
                </a:cubicBezTo>
                <a:cubicBezTo>
                  <a:pt x="456" y="162"/>
                  <a:pt x="383" y="88"/>
                  <a:pt x="309" y="88"/>
                </a:cubicBezTo>
                <a:close/>
                <a:moveTo>
                  <a:pt x="309" y="323"/>
                </a:moveTo>
                <a:lnTo>
                  <a:pt x="309" y="323"/>
                </a:lnTo>
                <a:cubicBezTo>
                  <a:pt x="265" y="323"/>
                  <a:pt x="221" y="279"/>
                  <a:pt x="221" y="235"/>
                </a:cubicBezTo>
                <a:cubicBezTo>
                  <a:pt x="221" y="176"/>
                  <a:pt x="265" y="132"/>
                  <a:pt x="309" y="132"/>
                </a:cubicBezTo>
                <a:cubicBezTo>
                  <a:pt x="368" y="132"/>
                  <a:pt x="412" y="176"/>
                  <a:pt x="412" y="235"/>
                </a:cubicBezTo>
                <a:cubicBezTo>
                  <a:pt x="412" y="279"/>
                  <a:pt x="368" y="323"/>
                  <a:pt x="309" y="323"/>
                </a:cubicBezTo>
                <a:close/>
                <a:moveTo>
                  <a:pt x="530" y="338"/>
                </a:moveTo>
                <a:lnTo>
                  <a:pt x="530" y="338"/>
                </a:lnTo>
                <a:cubicBezTo>
                  <a:pt x="544" y="309"/>
                  <a:pt x="559" y="264"/>
                  <a:pt x="559" y="235"/>
                </a:cubicBezTo>
                <a:cubicBezTo>
                  <a:pt x="559" y="103"/>
                  <a:pt x="441" y="0"/>
                  <a:pt x="309" y="0"/>
                </a:cubicBezTo>
                <a:cubicBezTo>
                  <a:pt x="176" y="0"/>
                  <a:pt x="73" y="103"/>
                  <a:pt x="73" y="235"/>
                </a:cubicBezTo>
                <a:cubicBezTo>
                  <a:pt x="73" y="264"/>
                  <a:pt x="88" y="309"/>
                  <a:pt x="103" y="338"/>
                </a:cubicBezTo>
                <a:cubicBezTo>
                  <a:pt x="0" y="500"/>
                  <a:pt x="0" y="500"/>
                  <a:pt x="0" y="500"/>
                </a:cubicBezTo>
                <a:cubicBezTo>
                  <a:pt x="0" y="500"/>
                  <a:pt x="58" y="515"/>
                  <a:pt x="117" y="530"/>
                </a:cubicBezTo>
                <a:cubicBezTo>
                  <a:pt x="162" y="574"/>
                  <a:pt x="206" y="618"/>
                  <a:pt x="206" y="618"/>
                </a:cubicBezTo>
                <a:cubicBezTo>
                  <a:pt x="294" y="471"/>
                  <a:pt x="294" y="471"/>
                  <a:pt x="294" y="471"/>
                </a:cubicBezTo>
                <a:cubicBezTo>
                  <a:pt x="309" y="471"/>
                  <a:pt x="309" y="471"/>
                  <a:pt x="309" y="471"/>
                </a:cubicBezTo>
                <a:cubicBezTo>
                  <a:pt x="324" y="471"/>
                  <a:pt x="324" y="471"/>
                  <a:pt x="324" y="471"/>
                </a:cubicBezTo>
                <a:cubicBezTo>
                  <a:pt x="412" y="618"/>
                  <a:pt x="412" y="618"/>
                  <a:pt x="412" y="618"/>
                </a:cubicBezTo>
                <a:cubicBezTo>
                  <a:pt x="412" y="618"/>
                  <a:pt x="456" y="574"/>
                  <a:pt x="500" y="530"/>
                </a:cubicBezTo>
                <a:cubicBezTo>
                  <a:pt x="559" y="515"/>
                  <a:pt x="633" y="500"/>
                  <a:pt x="633" y="500"/>
                </a:cubicBezTo>
                <a:lnTo>
                  <a:pt x="530" y="338"/>
                </a:lnTo>
                <a:close/>
                <a:moveTo>
                  <a:pt x="206" y="544"/>
                </a:moveTo>
                <a:lnTo>
                  <a:pt x="206" y="544"/>
                </a:lnTo>
                <a:cubicBezTo>
                  <a:pt x="206" y="544"/>
                  <a:pt x="176" y="530"/>
                  <a:pt x="147" y="500"/>
                </a:cubicBezTo>
                <a:cubicBezTo>
                  <a:pt x="103" y="485"/>
                  <a:pt x="58" y="471"/>
                  <a:pt x="58" y="471"/>
                </a:cubicBezTo>
                <a:cubicBezTo>
                  <a:pt x="117" y="382"/>
                  <a:pt x="117" y="382"/>
                  <a:pt x="117" y="382"/>
                </a:cubicBezTo>
                <a:cubicBezTo>
                  <a:pt x="147" y="412"/>
                  <a:pt x="206" y="456"/>
                  <a:pt x="250" y="456"/>
                </a:cubicBezTo>
                <a:lnTo>
                  <a:pt x="206" y="544"/>
                </a:lnTo>
                <a:close/>
                <a:moveTo>
                  <a:pt x="309" y="426"/>
                </a:moveTo>
                <a:lnTo>
                  <a:pt x="309" y="426"/>
                </a:lnTo>
                <a:cubicBezTo>
                  <a:pt x="206" y="426"/>
                  <a:pt x="117" y="338"/>
                  <a:pt x="117" y="235"/>
                </a:cubicBezTo>
                <a:cubicBezTo>
                  <a:pt x="117" y="117"/>
                  <a:pt x="206" y="29"/>
                  <a:pt x="309" y="29"/>
                </a:cubicBezTo>
                <a:cubicBezTo>
                  <a:pt x="426" y="29"/>
                  <a:pt x="515" y="117"/>
                  <a:pt x="515" y="235"/>
                </a:cubicBezTo>
                <a:cubicBezTo>
                  <a:pt x="515" y="338"/>
                  <a:pt x="426" y="426"/>
                  <a:pt x="309" y="426"/>
                </a:cubicBezTo>
                <a:close/>
                <a:moveTo>
                  <a:pt x="485" y="500"/>
                </a:moveTo>
                <a:lnTo>
                  <a:pt x="485" y="500"/>
                </a:lnTo>
                <a:cubicBezTo>
                  <a:pt x="456" y="530"/>
                  <a:pt x="426" y="544"/>
                  <a:pt x="426" y="544"/>
                </a:cubicBezTo>
                <a:cubicBezTo>
                  <a:pt x="368" y="456"/>
                  <a:pt x="368" y="456"/>
                  <a:pt x="368" y="456"/>
                </a:cubicBezTo>
                <a:cubicBezTo>
                  <a:pt x="426" y="456"/>
                  <a:pt x="471" y="412"/>
                  <a:pt x="500" y="382"/>
                </a:cubicBezTo>
                <a:cubicBezTo>
                  <a:pt x="559" y="471"/>
                  <a:pt x="559" y="471"/>
                  <a:pt x="559" y="471"/>
                </a:cubicBezTo>
                <a:cubicBezTo>
                  <a:pt x="559" y="471"/>
                  <a:pt x="530" y="485"/>
                  <a:pt x="485" y="500"/>
                </a:cubicBezTo>
                <a:close/>
              </a:path>
            </a:pathLst>
          </a:custGeom>
          <a:solidFill>
            <a:srgbClr val="FFFFFF"/>
          </a:solidFill>
          <a:ln w="9525">
            <a:noFill/>
          </a:ln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10" name="组合 9"/>
          <p:cNvGrpSpPr/>
          <p:nvPr/>
        </p:nvGrpSpPr>
        <p:grpSpPr>
          <a:xfrm>
            <a:off x="3570605" y="1543050"/>
            <a:ext cx="5788660" cy="672465"/>
            <a:chOff x="6947" y="2299"/>
            <a:chExt cx="9116" cy="1059"/>
          </a:xfrm>
        </p:grpSpPr>
        <p:sp>
          <p:nvSpPr>
            <p:cNvPr id="63493" name="Freeform 208"/>
            <p:cNvSpPr/>
            <p:nvPr/>
          </p:nvSpPr>
          <p:spPr>
            <a:xfrm>
              <a:off x="6947" y="2430"/>
              <a:ext cx="793" cy="643"/>
            </a:xfrm>
            <a:custGeom>
              <a:avLst/>
              <a:gdLst/>
              <a:ahLst/>
              <a:cxnLst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</a:cxnLst>
              <a:rect l="0" t="0" r="0" b="0"/>
              <a:pathLst>
                <a:path w="575" h="576">
                  <a:moveTo>
                    <a:pt x="544" y="221"/>
                  </a:moveTo>
                  <a:lnTo>
                    <a:pt x="544" y="221"/>
                  </a:lnTo>
                  <a:cubicBezTo>
                    <a:pt x="265" y="486"/>
                    <a:pt x="265" y="486"/>
                    <a:pt x="265" y="486"/>
                  </a:cubicBezTo>
                  <a:cubicBezTo>
                    <a:pt x="220" y="530"/>
                    <a:pt x="147" y="530"/>
                    <a:pt x="88" y="486"/>
                  </a:cubicBezTo>
                  <a:cubicBezTo>
                    <a:pt x="44" y="442"/>
                    <a:pt x="44" y="368"/>
                    <a:pt x="88" y="324"/>
                  </a:cubicBezTo>
                  <a:cubicBezTo>
                    <a:pt x="338" y="74"/>
                    <a:pt x="338" y="74"/>
                    <a:pt x="338" y="74"/>
                  </a:cubicBezTo>
                  <a:cubicBezTo>
                    <a:pt x="383" y="45"/>
                    <a:pt x="426" y="45"/>
                    <a:pt x="456" y="74"/>
                  </a:cubicBezTo>
                  <a:cubicBezTo>
                    <a:pt x="485" y="103"/>
                    <a:pt x="485" y="162"/>
                    <a:pt x="456" y="192"/>
                  </a:cubicBezTo>
                  <a:cubicBezTo>
                    <a:pt x="206" y="442"/>
                    <a:pt x="206" y="442"/>
                    <a:pt x="206" y="442"/>
                  </a:cubicBezTo>
                  <a:cubicBezTo>
                    <a:pt x="191" y="457"/>
                    <a:pt x="162" y="457"/>
                    <a:pt x="147" y="442"/>
                  </a:cubicBezTo>
                  <a:cubicBezTo>
                    <a:pt x="132" y="427"/>
                    <a:pt x="132" y="398"/>
                    <a:pt x="147" y="383"/>
                  </a:cubicBezTo>
                  <a:cubicBezTo>
                    <a:pt x="367" y="162"/>
                    <a:pt x="367" y="162"/>
                    <a:pt x="367" y="162"/>
                  </a:cubicBezTo>
                  <a:cubicBezTo>
                    <a:pt x="338" y="133"/>
                    <a:pt x="338" y="133"/>
                    <a:pt x="338" y="133"/>
                  </a:cubicBezTo>
                  <a:cubicBezTo>
                    <a:pt x="117" y="354"/>
                    <a:pt x="117" y="354"/>
                    <a:pt x="117" y="354"/>
                  </a:cubicBezTo>
                  <a:cubicBezTo>
                    <a:pt x="88" y="383"/>
                    <a:pt x="88" y="427"/>
                    <a:pt x="117" y="457"/>
                  </a:cubicBezTo>
                  <a:cubicBezTo>
                    <a:pt x="147" y="501"/>
                    <a:pt x="206" y="501"/>
                    <a:pt x="235" y="457"/>
                  </a:cubicBezTo>
                  <a:cubicBezTo>
                    <a:pt x="485" y="221"/>
                    <a:pt x="485" y="221"/>
                    <a:pt x="485" y="221"/>
                  </a:cubicBezTo>
                  <a:cubicBezTo>
                    <a:pt x="530" y="162"/>
                    <a:pt x="530" y="88"/>
                    <a:pt x="485" y="45"/>
                  </a:cubicBezTo>
                  <a:cubicBezTo>
                    <a:pt x="441" y="0"/>
                    <a:pt x="367" y="0"/>
                    <a:pt x="324" y="45"/>
                  </a:cubicBezTo>
                  <a:cubicBezTo>
                    <a:pt x="58" y="309"/>
                    <a:pt x="58" y="309"/>
                    <a:pt x="58" y="309"/>
                  </a:cubicBezTo>
                  <a:cubicBezTo>
                    <a:pt x="0" y="368"/>
                    <a:pt x="14" y="457"/>
                    <a:pt x="58" y="516"/>
                  </a:cubicBezTo>
                  <a:cubicBezTo>
                    <a:pt x="117" y="575"/>
                    <a:pt x="206" y="575"/>
                    <a:pt x="279" y="530"/>
                  </a:cubicBezTo>
                  <a:cubicBezTo>
                    <a:pt x="574" y="236"/>
                    <a:pt x="574" y="236"/>
                    <a:pt x="574" y="236"/>
                  </a:cubicBezTo>
                  <a:lnTo>
                    <a:pt x="544" y="221"/>
                  </a:lnTo>
                </a:path>
              </a:pathLst>
            </a:custGeom>
            <a:solidFill>
              <a:srgbClr val="0070C0"/>
            </a:solidFill>
            <a:ln w="9525">
              <a:noFill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3" name="圆角矩形 12"/>
            <p:cNvSpPr/>
            <p:nvPr/>
          </p:nvSpPr>
          <p:spPr>
            <a:xfrm>
              <a:off x="8081" y="2299"/>
              <a:ext cx="1058" cy="1040"/>
            </a:xfrm>
            <a:prstGeom prst="roundRect">
              <a:avLst/>
            </a:prstGeom>
            <a:solidFill>
              <a:srgbClr val="0070C0"/>
            </a:solidFill>
            <a:ln>
              <a:noFill/>
            </a:ln>
            <a:effectLst>
              <a:outerShdw blurRad="107950" dist="12700" dir="5400000" algn="ctr">
                <a:srgbClr val="000000"/>
              </a:outerShdw>
            </a:effectLst>
            <a:scene3d>
              <a:camera prst="orthographicFront">
                <a:rot lat="0" lon="0" rev="0"/>
              </a:camera>
              <a:lightRig rig="soft" dir="t">
                <a:rot lat="0" lon="0" rev="0"/>
              </a:lightRig>
            </a:scene3d>
            <a:sp3d contourW="44450" prstMaterial="matte">
              <a:bevelT w="63500" h="63500" prst="artDeco"/>
              <a:contourClr>
                <a:srgbClr val="FFFFFF"/>
              </a:contourClr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en-US" altLang="zh-CN" sz="2400" b="0" i="0" u="none" strike="noStrike" kern="1200" cap="none" spc="0" normalizeH="0" baseline="0" noProof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1</a:t>
              </a:r>
              <a:endParaRPr kumimoji="0" lang="zh-CN" altLang="en-US" sz="2400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cxnSp>
          <p:nvCxnSpPr>
            <p:cNvPr id="14" name="直接连接符 13"/>
            <p:cNvCxnSpPr/>
            <p:nvPr/>
          </p:nvCxnSpPr>
          <p:spPr>
            <a:xfrm>
              <a:off x="9290" y="3336"/>
              <a:ext cx="6660" cy="23"/>
            </a:xfrm>
            <a:prstGeom prst="line">
              <a:avLst/>
            </a:prstGeom>
            <a:ln>
              <a:solidFill>
                <a:schemeClr val="tx1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3496" name="TextBox 68"/>
            <p:cNvSpPr/>
            <p:nvPr/>
          </p:nvSpPr>
          <p:spPr>
            <a:xfrm>
              <a:off x="9303" y="2333"/>
              <a:ext cx="6760" cy="790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2665" b="1" i="0" u="none" strike="noStrike" kern="1200" cap="none" spc="0" normalizeH="0" baseline="0" noProof="0" dirty="0">
                  <a:ln>
                    <a:noFill/>
                  </a:ln>
                  <a:solidFill>
                    <a:srgbClr val="0070C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  <a:sym typeface="微软雅黑" panose="020B0503020204020204" pitchFamily="34" charset="-122"/>
                </a:rPr>
                <a:t>公司基本情况</a:t>
              </a:r>
              <a:r>
                <a:rPr kumimoji="0" lang="zh-CN" altLang="en-US" sz="2665" b="1" i="0" u="none" strike="noStrike" kern="1200" cap="none" spc="0" normalizeH="0" baseline="0" noProof="0" dirty="0">
                  <a:ln>
                    <a:noFill/>
                  </a:ln>
                  <a:solidFill>
                    <a:srgbClr val="0070C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  <a:sym typeface="微软雅黑" panose="020B0503020204020204" pitchFamily="34" charset="-122"/>
                </a:rPr>
                <a:t>介绍</a:t>
              </a:r>
              <a:endParaRPr kumimoji="0" lang="zh-CN" altLang="en-US" sz="2665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微软雅黑" panose="020B0503020204020204" pitchFamily="34" charset="-122"/>
              </a:endParaRPr>
            </a:p>
          </p:txBody>
        </p:sp>
      </p:grpSp>
      <p:grpSp>
        <p:nvGrpSpPr>
          <p:cNvPr id="9" name="组合 8"/>
          <p:cNvGrpSpPr/>
          <p:nvPr/>
        </p:nvGrpSpPr>
        <p:grpSpPr>
          <a:xfrm>
            <a:off x="4312285" y="2786380"/>
            <a:ext cx="6126480" cy="670560"/>
            <a:chOff x="8115" y="4565"/>
            <a:chExt cx="9648" cy="1056"/>
          </a:xfrm>
        </p:grpSpPr>
        <p:sp>
          <p:nvSpPr>
            <p:cNvPr id="19" name="圆角矩形 18"/>
            <p:cNvSpPr/>
            <p:nvPr/>
          </p:nvSpPr>
          <p:spPr>
            <a:xfrm>
              <a:off x="8115" y="4565"/>
              <a:ext cx="1058" cy="1040"/>
            </a:xfrm>
            <a:prstGeom prst="roundRect">
              <a:avLst/>
            </a:prstGeom>
            <a:solidFill>
              <a:srgbClr val="0070C0"/>
            </a:solidFill>
            <a:ln>
              <a:noFill/>
            </a:ln>
            <a:effectLst>
              <a:outerShdw blurRad="107950" dist="12700" dir="5400000" algn="ctr">
                <a:srgbClr val="000000"/>
              </a:outerShdw>
            </a:effectLst>
            <a:scene3d>
              <a:camera prst="orthographicFront">
                <a:rot lat="0" lon="0" rev="0"/>
              </a:camera>
              <a:lightRig rig="soft" dir="t">
                <a:rot lat="0" lon="0" rev="0"/>
              </a:lightRig>
            </a:scene3d>
            <a:sp3d contourW="44450" prstMaterial="matte">
              <a:bevelT w="63500" h="63500" prst="artDeco"/>
              <a:contourClr>
                <a:srgbClr val="FFFFFF"/>
              </a:contourClr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en-US" altLang="zh-CN" sz="2400" b="0" i="0" u="none" strike="noStrike" kern="1200" cap="none" spc="0" normalizeH="0" baseline="0" noProof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2</a:t>
              </a:r>
              <a:endParaRPr kumimoji="0" lang="zh-CN" altLang="en-US" sz="2400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63501" name="TextBox 68"/>
            <p:cNvSpPr/>
            <p:nvPr/>
          </p:nvSpPr>
          <p:spPr>
            <a:xfrm>
              <a:off x="9331" y="4605"/>
              <a:ext cx="8433" cy="79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anchor="t" anchorCtr="0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2665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  <a:sym typeface="微软雅黑" panose="020B0503020204020204" pitchFamily="34" charset="-122"/>
                </a:rPr>
                <a:t>经营情况</a:t>
              </a:r>
              <a:r>
                <a:rPr kumimoji="0" lang="zh-CN" altLang="en-US" sz="2665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  <a:sym typeface="微软雅黑" panose="020B0503020204020204" pitchFamily="34" charset="-122"/>
                </a:rPr>
                <a:t>介绍</a:t>
              </a:r>
              <a:endParaRPr kumimoji="0" lang="zh-CN" altLang="en-US" sz="2665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微软雅黑" panose="020B0503020204020204" pitchFamily="34" charset="-122"/>
              </a:endParaRPr>
            </a:p>
          </p:txBody>
        </p:sp>
        <p:cxnSp>
          <p:nvCxnSpPr>
            <p:cNvPr id="3" name="直接连接符 2"/>
            <p:cNvCxnSpPr/>
            <p:nvPr/>
          </p:nvCxnSpPr>
          <p:spPr>
            <a:xfrm>
              <a:off x="9441" y="5605"/>
              <a:ext cx="6803" cy="17"/>
            </a:xfrm>
            <a:prstGeom prst="line">
              <a:avLst/>
            </a:prstGeom>
            <a:ln>
              <a:solidFill>
                <a:schemeClr val="tx1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" name="组合 6"/>
          <p:cNvGrpSpPr/>
          <p:nvPr/>
        </p:nvGrpSpPr>
        <p:grpSpPr>
          <a:xfrm>
            <a:off x="4312285" y="4027805"/>
            <a:ext cx="6126480" cy="673100"/>
            <a:chOff x="8115" y="6783"/>
            <a:chExt cx="9648" cy="1060"/>
          </a:xfrm>
        </p:grpSpPr>
        <p:sp>
          <p:nvSpPr>
            <p:cNvPr id="4" name="圆角矩形 3"/>
            <p:cNvSpPr/>
            <p:nvPr/>
          </p:nvSpPr>
          <p:spPr>
            <a:xfrm>
              <a:off x="8115" y="6783"/>
              <a:ext cx="1058" cy="1040"/>
            </a:xfrm>
            <a:prstGeom prst="roundRect">
              <a:avLst/>
            </a:prstGeom>
            <a:solidFill>
              <a:srgbClr val="0070C0"/>
            </a:solidFill>
            <a:ln>
              <a:noFill/>
            </a:ln>
            <a:effectLst>
              <a:outerShdw blurRad="107950" dist="12700" dir="5400000" algn="ctr">
                <a:srgbClr val="000000"/>
              </a:outerShdw>
            </a:effectLst>
            <a:scene3d>
              <a:camera prst="orthographicFront">
                <a:rot lat="0" lon="0" rev="0"/>
              </a:camera>
              <a:lightRig rig="soft" dir="t">
                <a:rot lat="0" lon="0" rev="0"/>
              </a:lightRig>
            </a:scene3d>
            <a:sp3d contourW="44450" prstMaterial="matte">
              <a:bevelT w="63500" h="63500" prst="artDeco"/>
              <a:contourClr>
                <a:srgbClr val="FFFFFF"/>
              </a:contourClr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en-US" sz="2400" b="0" i="0" u="none" strike="noStrike" kern="1200" cap="none" spc="0" normalizeH="0" baseline="0" noProof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3</a:t>
              </a:r>
              <a:endParaRPr kumimoji="0" lang="en-US" sz="2400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63504" name="TextBox 68"/>
            <p:cNvSpPr/>
            <p:nvPr/>
          </p:nvSpPr>
          <p:spPr>
            <a:xfrm>
              <a:off x="9331" y="6821"/>
              <a:ext cx="8433" cy="1023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anchor="t" anchorCtr="0">
              <a:no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lang="zh-CN" altLang="en-US" sz="2660" b="1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重点</a:t>
              </a:r>
              <a:r>
                <a:rPr lang="en-US" altLang="zh-CN" sz="2660" b="1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/</a:t>
              </a:r>
              <a:r>
                <a:rPr lang="zh-CN" altLang="en-US" sz="2660" b="1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专题事项汇报</a:t>
              </a:r>
              <a:endParaRPr kumimoji="0" lang="zh-CN" altLang="en-US" sz="266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微软雅黑" panose="020B0503020204020204" pitchFamily="34" charset="-122"/>
              </a:endParaRPr>
            </a:p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66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微软雅黑" panose="020B0503020204020204" pitchFamily="34" charset="-122"/>
              </a:endParaRPr>
            </a:p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sz="2665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微软雅黑" panose="020B0503020204020204" pitchFamily="34" charset="-122"/>
              </a:endParaRPr>
            </a:p>
          </p:txBody>
        </p:sp>
        <p:cxnSp>
          <p:nvCxnSpPr>
            <p:cNvPr id="6" name="直接连接符 5"/>
            <p:cNvCxnSpPr/>
            <p:nvPr/>
          </p:nvCxnSpPr>
          <p:spPr>
            <a:xfrm>
              <a:off x="9441" y="7821"/>
              <a:ext cx="6803" cy="20"/>
            </a:xfrm>
            <a:prstGeom prst="line">
              <a:avLst/>
            </a:prstGeom>
            <a:ln>
              <a:solidFill>
                <a:schemeClr val="tx1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" name="文本框 7"/>
          <p:cNvSpPr txBox="1"/>
          <p:nvPr/>
        </p:nvSpPr>
        <p:spPr>
          <a:xfrm>
            <a:off x="3570605" y="787400"/>
            <a:ext cx="6744335" cy="398780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 algn="l"/>
            <a:r>
              <a:rPr lang="zh-CN" altLang="en-US" sz="2000" i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政府部门等</a:t>
            </a:r>
            <a:r>
              <a:rPr lang="zh-CN" altLang="en-US" sz="2000" i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上级领导调研类：</a:t>
            </a:r>
            <a:endParaRPr lang="zh-CN" altLang="en-US" sz="2000" i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11" name="组合 10"/>
          <p:cNvGrpSpPr/>
          <p:nvPr/>
        </p:nvGrpSpPr>
        <p:grpSpPr>
          <a:xfrm>
            <a:off x="4312920" y="5271770"/>
            <a:ext cx="6126480" cy="673100"/>
            <a:chOff x="8115" y="6783"/>
            <a:chExt cx="9648" cy="1060"/>
          </a:xfrm>
        </p:grpSpPr>
        <p:sp>
          <p:nvSpPr>
            <p:cNvPr id="12" name="圆角矩形 11"/>
            <p:cNvSpPr/>
            <p:nvPr/>
          </p:nvSpPr>
          <p:spPr>
            <a:xfrm>
              <a:off x="8115" y="6783"/>
              <a:ext cx="1058" cy="1040"/>
            </a:xfrm>
            <a:prstGeom prst="roundRect">
              <a:avLst/>
            </a:prstGeom>
            <a:solidFill>
              <a:srgbClr val="0070C0"/>
            </a:solidFill>
            <a:ln>
              <a:noFill/>
            </a:ln>
            <a:effectLst>
              <a:outerShdw blurRad="107950" dist="12700" dir="5400000" algn="ctr">
                <a:srgbClr val="000000"/>
              </a:outerShdw>
            </a:effectLst>
            <a:scene3d>
              <a:camera prst="orthographicFront">
                <a:rot lat="0" lon="0" rev="0"/>
              </a:camera>
              <a:lightRig rig="soft" dir="t">
                <a:rot lat="0" lon="0" rev="0"/>
              </a:lightRig>
            </a:scene3d>
            <a:sp3d contourW="44450" prstMaterial="matte">
              <a:bevelT w="63500" h="63500" prst="artDeco"/>
              <a:contourClr>
                <a:srgbClr val="FFFFFF"/>
              </a:contourClr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en-US" sz="2400" b="0" i="0" u="none" strike="noStrike" kern="1200" cap="none" spc="0" normalizeH="0" baseline="0" noProof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4</a:t>
              </a:r>
              <a:endParaRPr kumimoji="0" lang="en-US" sz="2400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5" name="TextBox 68"/>
            <p:cNvSpPr/>
            <p:nvPr/>
          </p:nvSpPr>
          <p:spPr>
            <a:xfrm>
              <a:off x="9331" y="6821"/>
              <a:ext cx="8433" cy="1023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anchor="t" anchorCtr="0">
              <a:noAutofit/>
            </a:bodyPr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lang="zh-CN" altLang="en-US" sz="2660" b="1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需支撑</a:t>
              </a:r>
              <a:r>
                <a:rPr lang="zh-CN" altLang="en-US" sz="2660" b="1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事项</a:t>
              </a:r>
              <a:endParaRPr kumimoji="0" lang="zh-CN" altLang="en-US" sz="266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微软雅黑" panose="020B0503020204020204" pitchFamily="34" charset="-122"/>
              </a:endParaRPr>
            </a:p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66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微软雅黑" panose="020B0503020204020204" pitchFamily="34" charset="-122"/>
              </a:endParaRPr>
            </a:p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sz="2665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微软雅黑" panose="020B0503020204020204" pitchFamily="34" charset="-122"/>
              </a:endParaRPr>
            </a:p>
          </p:txBody>
        </p:sp>
        <p:cxnSp>
          <p:nvCxnSpPr>
            <p:cNvPr id="16" name="直接连接符 15"/>
            <p:cNvCxnSpPr/>
            <p:nvPr/>
          </p:nvCxnSpPr>
          <p:spPr>
            <a:xfrm>
              <a:off x="9441" y="7821"/>
              <a:ext cx="6803" cy="20"/>
            </a:xfrm>
            <a:prstGeom prst="line">
              <a:avLst/>
            </a:prstGeom>
            <a:ln>
              <a:solidFill>
                <a:schemeClr val="tx1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" name="灯片编号占位符 6"/>
          <p:cNvSpPr>
            <a:spLocks noGrp="1"/>
          </p:cNvSpPr>
          <p:nvPr/>
        </p:nvSpPr>
        <p:spPr>
          <a:xfrm>
            <a:off x="11647170" y="6305550"/>
            <a:ext cx="393700" cy="36512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ctr" anchorCtr="0" compatLnSpc="1"/>
          <a:lstStyle>
            <a:defPPr>
              <a:defRPr lang="zh-CN"/>
            </a:defPPr>
            <a:lvl1pPr marL="0" algn="r" defTabSz="914400" rtl="0" eaLnBrk="1" latinLnBrk="0" hangingPunct="1">
              <a:buFont typeface="Arial" panose="020B0604020202020204" pitchFamily="34" charset="0"/>
              <a:buNone/>
              <a:defRPr sz="1200" kern="1200">
                <a:solidFill>
                  <a:srgbClr val="89898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base"/>
            <a:fld id="{5B2A23AA-2BC1-4957-8DEF-5FE6F5966177}" type="slidenum">
              <a:rPr lang="zh-CN" altLang="en-US" strike="noStrike" noProof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</a:fld>
            <a:endParaRPr lang="zh-CN" altLang="en-US" strike="noStrike" noProof="1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0" y="0"/>
            <a:ext cx="2927351" cy="6885517"/>
          </a:xfrm>
          <a:prstGeom prst="rect">
            <a:avLst/>
          </a:prstGeom>
          <a:solidFill>
            <a:srgbClr val="0070C0"/>
          </a:solidFill>
          <a:ln>
            <a:solidFill>
              <a:srgbClr val="0070C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3490" name="矩形 63"/>
          <p:cNvSpPr/>
          <p:nvPr/>
        </p:nvSpPr>
        <p:spPr>
          <a:xfrm>
            <a:off x="527051" y="3177117"/>
            <a:ext cx="1917700" cy="829945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4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微软雅黑" panose="020B0503020204020204" pitchFamily="34" charset="-122"/>
              </a:rPr>
              <a:t>目  录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Arial Unicode MS" panose="020B0604020202020204" charset="-122"/>
            </a:endParaRPr>
          </a:p>
        </p:txBody>
      </p:sp>
      <p:sp>
        <p:nvSpPr>
          <p:cNvPr id="63491" name="矩形 24"/>
          <p:cNvSpPr/>
          <p:nvPr/>
        </p:nvSpPr>
        <p:spPr>
          <a:xfrm>
            <a:off x="535517" y="3992033"/>
            <a:ext cx="2046816" cy="460375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u="sng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Arial Unicode MS" panose="020B0604020202020204" charset="-122"/>
              </a:rPr>
              <a:t>CONTENTS</a:t>
            </a:r>
            <a:endParaRPr kumimoji="0" lang="zh-CN" altLang="en-US" sz="2400" b="1" i="0" u="sng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Arial Unicode MS" panose="020B0604020202020204" charset="-122"/>
            </a:endParaRPr>
          </a:p>
        </p:txBody>
      </p:sp>
      <p:sp>
        <p:nvSpPr>
          <p:cNvPr id="63492" name="Freeform 157"/>
          <p:cNvSpPr/>
          <p:nvPr/>
        </p:nvSpPr>
        <p:spPr>
          <a:xfrm>
            <a:off x="1007533" y="1989667"/>
            <a:ext cx="975784" cy="948267"/>
          </a:xfrm>
          <a:custGeom>
            <a:avLst/>
            <a:gdLst/>
            <a:ahLst/>
            <a:cxnLst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0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0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</a:cxnLst>
            <a:rect l="0" t="0" r="0" b="0"/>
            <a:pathLst>
              <a:path w="634" h="619">
                <a:moveTo>
                  <a:pt x="309" y="88"/>
                </a:moveTo>
                <a:lnTo>
                  <a:pt x="309" y="88"/>
                </a:lnTo>
                <a:cubicBezTo>
                  <a:pt x="235" y="88"/>
                  <a:pt x="176" y="162"/>
                  <a:pt x="176" y="235"/>
                </a:cubicBezTo>
                <a:cubicBezTo>
                  <a:pt x="176" y="309"/>
                  <a:pt x="235" y="367"/>
                  <a:pt x="309" y="367"/>
                </a:cubicBezTo>
                <a:cubicBezTo>
                  <a:pt x="383" y="367"/>
                  <a:pt x="456" y="309"/>
                  <a:pt x="456" y="235"/>
                </a:cubicBezTo>
                <a:cubicBezTo>
                  <a:pt x="456" y="162"/>
                  <a:pt x="383" y="88"/>
                  <a:pt x="309" y="88"/>
                </a:cubicBezTo>
                <a:close/>
                <a:moveTo>
                  <a:pt x="309" y="323"/>
                </a:moveTo>
                <a:lnTo>
                  <a:pt x="309" y="323"/>
                </a:lnTo>
                <a:cubicBezTo>
                  <a:pt x="265" y="323"/>
                  <a:pt x="221" y="279"/>
                  <a:pt x="221" y="235"/>
                </a:cubicBezTo>
                <a:cubicBezTo>
                  <a:pt x="221" y="176"/>
                  <a:pt x="265" y="132"/>
                  <a:pt x="309" y="132"/>
                </a:cubicBezTo>
                <a:cubicBezTo>
                  <a:pt x="368" y="132"/>
                  <a:pt x="412" y="176"/>
                  <a:pt x="412" y="235"/>
                </a:cubicBezTo>
                <a:cubicBezTo>
                  <a:pt x="412" y="279"/>
                  <a:pt x="368" y="323"/>
                  <a:pt x="309" y="323"/>
                </a:cubicBezTo>
                <a:close/>
                <a:moveTo>
                  <a:pt x="530" y="338"/>
                </a:moveTo>
                <a:lnTo>
                  <a:pt x="530" y="338"/>
                </a:lnTo>
                <a:cubicBezTo>
                  <a:pt x="544" y="309"/>
                  <a:pt x="559" y="264"/>
                  <a:pt x="559" y="235"/>
                </a:cubicBezTo>
                <a:cubicBezTo>
                  <a:pt x="559" y="103"/>
                  <a:pt x="441" y="0"/>
                  <a:pt x="309" y="0"/>
                </a:cubicBezTo>
                <a:cubicBezTo>
                  <a:pt x="176" y="0"/>
                  <a:pt x="73" y="103"/>
                  <a:pt x="73" y="235"/>
                </a:cubicBezTo>
                <a:cubicBezTo>
                  <a:pt x="73" y="264"/>
                  <a:pt x="88" y="309"/>
                  <a:pt x="103" y="338"/>
                </a:cubicBezTo>
                <a:cubicBezTo>
                  <a:pt x="0" y="500"/>
                  <a:pt x="0" y="500"/>
                  <a:pt x="0" y="500"/>
                </a:cubicBezTo>
                <a:cubicBezTo>
                  <a:pt x="0" y="500"/>
                  <a:pt x="58" y="515"/>
                  <a:pt x="117" y="530"/>
                </a:cubicBezTo>
                <a:cubicBezTo>
                  <a:pt x="162" y="574"/>
                  <a:pt x="206" y="618"/>
                  <a:pt x="206" y="618"/>
                </a:cubicBezTo>
                <a:cubicBezTo>
                  <a:pt x="294" y="471"/>
                  <a:pt x="294" y="471"/>
                  <a:pt x="294" y="471"/>
                </a:cubicBezTo>
                <a:cubicBezTo>
                  <a:pt x="309" y="471"/>
                  <a:pt x="309" y="471"/>
                  <a:pt x="309" y="471"/>
                </a:cubicBezTo>
                <a:cubicBezTo>
                  <a:pt x="324" y="471"/>
                  <a:pt x="324" y="471"/>
                  <a:pt x="324" y="471"/>
                </a:cubicBezTo>
                <a:cubicBezTo>
                  <a:pt x="412" y="618"/>
                  <a:pt x="412" y="618"/>
                  <a:pt x="412" y="618"/>
                </a:cubicBezTo>
                <a:cubicBezTo>
                  <a:pt x="412" y="618"/>
                  <a:pt x="456" y="574"/>
                  <a:pt x="500" y="530"/>
                </a:cubicBezTo>
                <a:cubicBezTo>
                  <a:pt x="559" y="515"/>
                  <a:pt x="633" y="500"/>
                  <a:pt x="633" y="500"/>
                </a:cubicBezTo>
                <a:lnTo>
                  <a:pt x="530" y="338"/>
                </a:lnTo>
                <a:close/>
                <a:moveTo>
                  <a:pt x="206" y="544"/>
                </a:moveTo>
                <a:lnTo>
                  <a:pt x="206" y="544"/>
                </a:lnTo>
                <a:cubicBezTo>
                  <a:pt x="206" y="544"/>
                  <a:pt x="176" y="530"/>
                  <a:pt x="147" y="500"/>
                </a:cubicBezTo>
                <a:cubicBezTo>
                  <a:pt x="103" y="485"/>
                  <a:pt x="58" y="471"/>
                  <a:pt x="58" y="471"/>
                </a:cubicBezTo>
                <a:cubicBezTo>
                  <a:pt x="117" y="382"/>
                  <a:pt x="117" y="382"/>
                  <a:pt x="117" y="382"/>
                </a:cubicBezTo>
                <a:cubicBezTo>
                  <a:pt x="147" y="412"/>
                  <a:pt x="206" y="456"/>
                  <a:pt x="250" y="456"/>
                </a:cubicBezTo>
                <a:lnTo>
                  <a:pt x="206" y="544"/>
                </a:lnTo>
                <a:close/>
                <a:moveTo>
                  <a:pt x="309" y="426"/>
                </a:moveTo>
                <a:lnTo>
                  <a:pt x="309" y="426"/>
                </a:lnTo>
                <a:cubicBezTo>
                  <a:pt x="206" y="426"/>
                  <a:pt x="117" y="338"/>
                  <a:pt x="117" y="235"/>
                </a:cubicBezTo>
                <a:cubicBezTo>
                  <a:pt x="117" y="117"/>
                  <a:pt x="206" y="29"/>
                  <a:pt x="309" y="29"/>
                </a:cubicBezTo>
                <a:cubicBezTo>
                  <a:pt x="426" y="29"/>
                  <a:pt x="515" y="117"/>
                  <a:pt x="515" y="235"/>
                </a:cubicBezTo>
                <a:cubicBezTo>
                  <a:pt x="515" y="338"/>
                  <a:pt x="426" y="426"/>
                  <a:pt x="309" y="426"/>
                </a:cubicBezTo>
                <a:close/>
                <a:moveTo>
                  <a:pt x="485" y="500"/>
                </a:moveTo>
                <a:lnTo>
                  <a:pt x="485" y="500"/>
                </a:lnTo>
                <a:cubicBezTo>
                  <a:pt x="456" y="530"/>
                  <a:pt x="426" y="544"/>
                  <a:pt x="426" y="544"/>
                </a:cubicBezTo>
                <a:cubicBezTo>
                  <a:pt x="368" y="456"/>
                  <a:pt x="368" y="456"/>
                  <a:pt x="368" y="456"/>
                </a:cubicBezTo>
                <a:cubicBezTo>
                  <a:pt x="426" y="456"/>
                  <a:pt x="471" y="412"/>
                  <a:pt x="500" y="382"/>
                </a:cubicBezTo>
                <a:cubicBezTo>
                  <a:pt x="559" y="471"/>
                  <a:pt x="559" y="471"/>
                  <a:pt x="559" y="471"/>
                </a:cubicBezTo>
                <a:cubicBezTo>
                  <a:pt x="559" y="471"/>
                  <a:pt x="530" y="485"/>
                  <a:pt x="485" y="500"/>
                </a:cubicBezTo>
                <a:close/>
              </a:path>
            </a:pathLst>
          </a:custGeom>
          <a:solidFill>
            <a:srgbClr val="FFFFFF"/>
          </a:solidFill>
          <a:ln w="9525">
            <a:noFill/>
          </a:ln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3493" name="Freeform 208"/>
          <p:cNvSpPr/>
          <p:nvPr/>
        </p:nvSpPr>
        <p:spPr>
          <a:xfrm>
            <a:off x="3629448" y="1873136"/>
            <a:ext cx="503767" cy="408517"/>
          </a:xfrm>
          <a:custGeom>
            <a:avLst/>
            <a:gdLst/>
            <a:ahLst/>
            <a:cxnLst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</a:cxnLst>
            <a:rect l="0" t="0" r="0" b="0"/>
            <a:pathLst>
              <a:path w="575" h="576">
                <a:moveTo>
                  <a:pt x="544" y="221"/>
                </a:moveTo>
                <a:lnTo>
                  <a:pt x="544" y="221"/>
                </a:lnTo>
                <a:cubicBezTo>
                  <a:pt x="265" y="486"/>
                  <a:pt x="265" y="486"/>
                  <a:pt x="265" y="486"/>
                </a:cubicBezTo>
                <a:cubicBezTo>
                  <a:pt x="220" y="530"/>
                  <a:pt x="147" y="530"/>
                  <a:pt x="88" y="486"/>
                </a:cubicBezTo>
                <a:cubicBezTo>
                  <a:pt x="44" y="442"/>
                  <a:pt x="44" y="368"/>
                  <a:pt x="88" y="324"/>
                </a:cubicBezTo>
                <a:cubicBezTo>
                  <a:pt x="338" y="74"/>
                  <a:pt x="338" y="74"/>
                  <a:pt x="338" y="74"/>
                </a:cubicBezTo>
                <a:cubicBezTo>
                  <a:pt x="383" y="45"/>
                  <a:pt x="426" y="45"/>
                  <a:pt x="456" y="74"/>
                </a:cubicBezTo>
                <a:cubicBezTo>
                  <a:pt x="485" y="103"/>
                  <a:pt x="485" y="162"/>
                  <a:pt x="456" y="192"/>
                </a:cubicBezTo>
                <a:cubicBezTo>
                  <a:pt x="206" y="442"/>
                  <a:pt x="206" y="442"/>
                  <a:pt x="206" y="442"/>
                </a:cubicBezTo>
                <a:cubicBezTo>
                  <a:pt x="191" y="457"/>
                  <a:pt x="162" y="457"/>
                  <a:pt x="147" y="442"/>
                </a:cubicBezTo>
                <a:cubicBezTo>
                  <a:pt x="132" y="427"/>
                  <a:pt x="132" y="398"/>
                  <a:pt x="147" y="383"/>
                </a:cubicBezTo>
                <a:cubicBezTo>
                  <a:pt x="367" y="162"/>
                  <a:pt x="367" y="162"/>
                  <a:pt x="367" y="162"/>
                </a:cubicBezTo>
                <a:cubicBezTo>
                  <a:pt x="338" y="133"/>
                  <a:pt x="338" y="133"/>
                  <a:pt x="338" y="133"/>
                </a:cubicBezTo>
                <a:cubicBezTo>
                  <a:pt x="117" y="354"/>
                  <a:pt x="117" y="354"/>
                  <a:pt x="117" y="354"/>
                </a:cubicBezTo>
                <a:cubicBezTo>
                  <a:pt x="88" y="383"/>
                  <a:pt x="88" y="427"/>
                  <a:pt x="117" y="457"/>
                </a:cubicBezTo>
                <a:cubicBezTo>
                  <a:pt x="147" y="501"/>
                  <a:pt x="206" y="501"/>
                  <a:pt x="235" y="457"/>
                </a:cubicBezTo>
                <a:cubicBezTo>
                  <a:pt x="485" y="221"/>
                  <a:pt x="485" y="221"/>
                  <a:pt x="485" y="221"/>
                </a:cubicBezTo>
                <a:cubicBezTo>
                  <a:pt x="530" y="162"/>
                  <a:pt x="530" y="88"/>
                  <a:pt x="485" y="45"/>
                </a:cubicBezTo>
                <a:cubicBezTo>
                  <a:pt x="441" y="0"/>
                  <a:pt x="367" y="0"/>
                  <a:pt x="324" y="45"/>
                </a:cubicBezTo>
                <a:cubicBezTo>
                  <a:pt x="58" y="309"/>
                  <a:pt x="58" y="309"/>
                  <a:pt x="58" y="309"/>
                </a:cubicBezTo>
                <a:cubicBezTo>
                  <a:pt x="0" y="368"/>
                  <a:pt x="14" y="457"/>
                  <a:pt x="58" y="516"/>
                </a:cubicBezTo>
                <a:cubicBezTo>
                  <a:pt x="117" y="575"/>
                  <a:pt x="206" y="575"/>
                  <a:pt x="279" y="530"/>
                </a:cubicBezTo>
                <a:cubicBezTo>
                  <a:pt x="574" y="236"/>
                  <a:pt x="574" y="236"/>
                  <a:pt x="574" y="236"/>
                </a:cubicBezTo>
                <a:lnTo>
                  <a:pt x="544" y="221"/>
                </a:lnTo>
              </a:path>
            </a:pathLst>
          </a:custGeom>
          <a:solidFill>
            <a:srgbClr val="0070C0"/>
          </a:solidFill>
          <a:ln w="9525">
            <a:noFill/>
          </a:ln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3" name="圆角矩形 12"/>
          <p:cNvSpPr/>
          <p:nvPr/>
        </p:nvSpPr>
        <p:spPr>
          <a:xfrm>
            <a:off x="4349532" y="1789928"/>
            <a:ext cx="672075" cy="660236"/>
          </a:xfrm>
          <a:prstGeom prst="roundRect">
            <a:avLst/>
          </a:prstGeom>
          <a:solidFill>
            <a:srgbClr val="0070C0"/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2400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1</a:t>
            </a:r>
            <a:endParaRPr kumimoji="0" lang="zh-CN" altLang="en-US" sz="2400" b="0" i="0" u="none" strike="noStrike" kern="1200" cap="none" spc="0" normalizeH="0" baseline="0" noProof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cxnSp>
        <p:nvCxnSpPr>
          <p:cNvPr id="14" name="直接连接符 13"/>
          <p:cNvCxnSpPr/>
          <p:nvPr/>
        </p:nvCxnSpPr>
        <p:spPr>
          <a:xfrm>
            <a:off x="5117466" y="2448870"/>
            <a:ext cx="4229100" cy="14817"/>
          </a:xfrm>
          <a:prstGeom prst="line">
            <a:avLst/>
          </a:prstGeom>
          <a:ln>
            <a:solidFill>
              <a:schemeClr val="tx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496" name="TextBox 68"/>
          <p:cNvSpPr/>
          <p:nvPr/>
        </p:nvSpPr>
        <p:spPr>
          <a:xfrm>
            <a:off x="5125932" y="1811754"/>
            <a:ext cx="4292600" cy="50165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665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微软雅黑" panose="020B0503020204020204" pitchFamily="34" charset="-122"/>
              </a:rPr>
              <a:t>经营情况</a:t>
            </a:r>
            <a:r>
              <a:rPr kumimoji="0" lang="zh-CN" altLang="en-US" sz="2665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微软雅黑" panose="020B0503020204020204" pitchFamily="34" charset="-122"/>
              </a:rPr>
              <a:t>介绍</a:t>
            </a:r>
            <a:endParaRPr kumimoji="0" lang="zh-CN" altLang="en-US" sz="2665" b="1" i="0" u="none" strike="noStrike" kern="120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微软雅黑" panose="020B0503020204020204" pitchFamily="34" charset="-122"/>
            </a:endParaRPr>
          </a:p>
        </p:txBody>
      </p:sp>
      <p:sp>
        <p:nvSpPr>
          <p:cNvPr id="19" name="圆角矩形 18"/>
          <p:cNvSpPr/>
          <p:nvPr/>
        </p:nvSpPr>
        <p:spPr>
          <a:xfrm>
            <a:off x="4371342" y="3228703"/>
            <a:ext cx="672075" cy="660236"/>
          </a:xfrm>
          <a:prstGeom prst="roundRect">
            <a:avLst/>
          </a:prstGeom>
          <a:solidFill>
            <a:srgbClr val="0070C0"/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2400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2</a:t>
            </a:r>
            <a:endParaRPr kumimoji="0" lang="zh-CN" altLang="en-US" sz="2400" b="0" i="0" u="none" strike="noStrike" kern="1200" cap="none" spc="0" normalizeH="0" baseline="0" noProof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3501" name="TextBox 68"/>
          <p:cNvSpPr/>
          <p:nvPr/>
        </p:nvSpPr>
        <p:spPr>
          <a:xfrm>
            <a:off x="5143508" y="3254143"/>
            <a:ext cx="5355167" cy="50165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665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微软雅黑" panose="020B0503020204020204" pitchFamily="34" charset="-122"/>
              </a:rPr>
              <a:t>重点</a:t>
            </a:r>
            <a:r>
              <a:rPr kumimoji="0" lang="en-US" altLang="zh-CN" sz="2665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微软雅黑" panose="020B0503020204020204" pitchFamily="34" charset="-122"/>
              </a:rPr>
              <a:t>/</a:t>
            </a:r>
            <a:r>
              <a:rPr kumimoji="0" lang="zh-CN" altLang="en-US" sz="2665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微软雅黑" panose="020B0503020204020204" pitchFamily="34" charset="-122"/>
              </a:rPr>
              <a:t>专题事项</a:t>
            </a:r>
            <a:r>
              <a:rPr kumimoji="0" lang="zh-CN" altLang="en-US" sz="2665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微软雅黑" panose="020B0503020204020204" pitchFamily="34" charset="-122"/>
              </a:rPr>
              <a:t>汇报</a:t>
            </a:r>
            <a:endParaRPr kumimoji="0" lang="zh-CN" altLang="en-US" sz="2665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微软雅黑" panose="020B0503020204020204" pitchFamily="34" charset="-122"/>
            </a:endParaRPr>
          </a:p>
        </p:txBody>
      </p:sp>
      <p:cxnSp>
        <p:nvCxnSpPr>
          <p:cNvPr id="3" name="直接连接符 2"/>
          <p:cNvCxnSpPr/>
          <p:nvPr/>
        </p:nvCxnSpPr>
        <p:spPr>
          <a:xfrm>
            <a:off x="5213358" y="3889143"/>
            <a:ext cx="4320117" cy="10584"/>
          </a:xfrm>
          <a:prstGeom prst="line">
            <a:avLst/>
          </a:prstGeom>
          <a:ln>
            <a:solidFill>
              <a:schemeClr val="tx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圆角矩形 3"/>
          <p:cNvSpPr/>
          <p:nvPr/>
        </p:nvSpPr>
        <p:spPr>
          <a:xfrm>
            <a:off x="4371343" y="4637201"/>
            <a:ext cx="672075" cy="660236"/>
          </a:xfrm>
          <a:prstGeom prst="roundRect">
            <a:avLst/>
          </a:prstGeom>
          <a:solidFill>
            <a:srgbClr val="0070C0"/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sz="2400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3</a:t>
            </a:r>
            <a:endParaRPr kumimoji="0" lang="en-US" sz="2400" b="0" i="0" u="none" strike="noStrike" kern="1200" cap="none" spc="0" normalizeH="0" baseline="0" noProof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3504" name="TextBox 68"/>
          <p:cNvSpPr/>
          <p:nvPr/>
        </p:nvSpPr>
        <p:spPr>
          <a:xfrm>
            <a:off x="5143500" y="4661535"/>
            <a:ext cx="5354955" cy="649605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no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zh-CN" altLang="en-US" sz="2660" b="1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需支撑事项</a:t>
            </a:r>
            <a:r>
              <a:rPr lang="en-US" altLang="zh-CN" sz="2660" b="1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/</a:t>
            </a:r>
            <a:r>
              <a:rPr lang="zh-CN" altLang="en-US" sz="2660" b="1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问题及解决方案</a:t>
            </a:r>
            <a:endParaRPr kumimoji="0" lang="zh-CN" altLang="en-US" sz="266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微软雅黑" panose="020B0503020204020204" pitchFamily="34" charset="-122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66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微软雅黑" panose="020B0503020204020204" pitchFamily="34" charset="-122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sz="2665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微软雅黑" panose="020B0503020204020204" pitchFamily="34" charset="-122"/>
            </a:endParaRPr>
          </a:p>
        </p:txBody>
      </p:sp>
      <p:cxnSp>
        <p:nvCxnSpPr>
          <p:cNvPr id="6" name="直接连接符 5"/>
          <p:cNvCxnSpPr/>
          <p:nvPr/>
        </p:nvCxnSpPr>
        <p:spPr>
          <a:xfrm>
            <a:off x="5213358" y="5296795"/>
            <a:ext cx="4320117" cy="12700"/>
          </a:xfrm>
          <a:prstGeom prst="line">
            <a:avLst/>
          </a:prstGeom>
          <a:ln>
            <a:solidFill>
              <a:schemeClr val="tx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文本框 7"/>
          <p:cNvSpPr txBox="1"/>
          <p:nvPr/>
        </p:nvSpPr>
        <p:spPr>
          <a:xfrm>
            <a:off x="3570605" y="787400"/>
            <a:ext cx="6744335" cy="398780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 algn="l"/>
            <a:r>
              <a:rPr lang="zh-CN" altLang="en-US" sz="2000" i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集团</a:t>
            </a:r>
            <a:r>
              <a:rPr lang="zh-CN" altLang="en-US" sz="2000" i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公司领导调研类：</a:t>
            </a:r>
            <a:endParaRPr lang="zh-CN" altLang="en-US" sz="2000" i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灯片编号占位符 6"/>
          <p:cNvSpPr>
            <a:spLocks noGrp="1"/>
          </p:cNvSpPr>
          <p:nvPr/>
        </p:nvSpPr>
        <p:spPr>
          <a:xfrm>
            <a:off x="11647170" y="6305550"/>
            <a:ext cx="393700" cy="36512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ctr" anchorCtr="0" compatLnSpc="1"/>
          <a:lstStyle>
            <a:defPPr>
              <a:defRPr lang="zh-CN"/>
            </a:defPPr>
            <a:lvl1pPr marL="0" algn="r" defTabSz="914400" rtl="0" eaLnBrk="1" latinLnBrk="0" hangingPunct="1">
              <a:buFont typeface="Arial" panose="020B0604020202020204" pitchFamily="34" charset="0"/>
              <a:buNone/>
              <a:defRPr sz="1200" kern="1200">
                <a:solidFill>
                  <a:srgbClr val="89898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base"/>
            <a:fld id="{5B2A23AA-2BC1-4957-8DEF-5FE6F5966177}" type="slidenum">
              <a:rPr lang="zh-CN" altLang="en-US" strike="noStrike" noProof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</a:fld>
            <a:endParaRPr lang="zh-CN" altLang="en-US" strike="noStrike" noProof="1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42012" y="377091"/>
            <a:ext cx="6749988" cy="6480910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84090" y="4943475"/>
            <a:ext cx="2324100" cy="83375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91146" y="1099713"/>
            <a:ext cx="11709988" cy="3138170"/>
          </a:xfrm>
          <a:prstGeom prst="rect">
            <a:avLst/>
          </a:prstGeom>
          <a:noFill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p>
            <a:pPr algn="ctr" defTabSz="914400">
              <a:lnSpc>
                <a:spcPct val="150000"/>
              </a:lnSpc>
              <a:tabLst>
                <a:tab pos="4924425" algn="l"/>
              </a:tabLst>
            </a:pPr>
            <a:r>
              <a:rPr lang="zh-CN" altLang="en-US" sz="4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热烈欢迎</a:t>
            </a:r>
            <a:endParaRPr lang="en-US" altLang="zh-CN" sz="44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 defTabSz="914400">
              <a:lnSpc>
                <a:spcPct val="150000"/>
              </a:lnSpc>
              <a:tabLst>
                <a:tab pos="4924425" algn="l"/>
              </a:tabLst>
            </a:pPr>
            <a:r>
              <a:rPr lang="en-US" altLang="zh-CN" sz="4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xxxxxxxxxxx</a:t>
            </a:r>
            <a:r>
              <a:rPr lang="zh-CN" altLang="en-US" sz="4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一行</a:t>
            </a:r>
            <a:endParaRPr lang="en-US" altLang="zh-CN" sz="44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 defTabSz="914400">
              <a:lnSpc>
                <a:spcPct val="150000"/>
              </a:lnSpc>
              <a:tabLst>
                <a:tab pos="4924425" algn="l"/>
              </a:tabLst>
            </a:pPr>
            <a:r>
              <a:rPr lang="zh-CN" altLang="en-US" sz="4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莅临欧冶云商</a:t>
            </a:r>
            <a:endParaRPr lang="zh-CN" altLang="en-US" sz="44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框 2"/>
          <p:cNvSpPr txBox="1"/>
          <p:nvPr/>
        </p:nvSpPr>
        <p:spPr>
          <a:xfrm>
            <a:off x="805180" y="1352550"/>
            <a:ext cx="8963660" cy="35788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342900" indent="-342900">
              <a:lnSpc>
                <a:spcPct val="180000"/>
              </a:lnSpc>
              <a:buAutoNum type="arabicPeriod"/>
            </a:pPr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汇报内容要</a:t>
            </a:r>
            <a:r>
              <a:rPr lang="zh-CN" altLang="en-US" sz="1800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文字精炼、内容简洁、数据详实、分析透彻，避免虚浮概念</a:t>
            </a:r>
            <a:r>
              <a:rPr lang="zh-CN" altLang="en-US" sz="1800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和内容；</a:t>
            </a:r>
            <a:endParaRPr lang="zh-CN" altLang="en-US" sz="1800" b="1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 marL="342900" indent="-342900">
              <a:lnSpc>
                <a:spcPct val="180000"/>
              </a:lnSpc>
              <a:buAutoNum type="arabicPeriod"/>
            </a:pPr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汇报时多采用图表、数据、对比分析等直观方式，要有数据、有分析，避免大段文字。业务数据要口径清晰、数据准确（备注数据口径及来源）；</a:t>
            </a:r>
            <a:endParaRPr lang="zh-CN" altLang="en-US" sz="18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342900" indent="-342900">
              <a:lnSpc>
                <a:spcPct val="180000"/>
              </a:lnSpc>
              <a:buAutoNum type="arabicPeriod"/>
            </a:pPr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汇报单位</a:t>
            </a:r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要结合公司“</a:t>
            </a:r>
            <a:r>
              <a:rPr lang="en-US" altLang="zh-CN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1+2</a:t>
            </a:r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”战略规划展开汇报，如大区汇报经营情况时不能只介绍供应链业务，还要结合物流、绿碳和数智化方向等业务进展</a:t>
            </a:r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进行汇报；</a:t>
            </a:r>
            <a:endParaRPr lang="zh-CN" altLang="en-US" sz="18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342900" indent="-342900">
              <a:lnSpc>
                <a:spcPct val="180000"/>
              </a:lnSpc>
              <a:buAutoNum type="arabicPeriod"/>
            </a:pPr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只讲关键内容，</a:t>
            </a:r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其他背景材料和补充说明都作为附件准备，如需</a:t>
            </a:r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进一步讨论再</a:t>
            </a:r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展示；</a:t>
            </a:r>
            <a:endParaRPr lang="zh-CN" altLang="en-US" sz="18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342900" indent="-342900">
              <a:lnSpc>
                <a:spcPct val="180000"/>
              </a:lnSpc>
              <a:buAutoNum type="arabicPeriod"/>
            </a:pPr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提出问题</a:t>
            </a:r>
            <a:r>
              <a:rPr lang="en-US" altLang="zh-CN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/</a:t>
            </a:r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建议支撑事项时，</a:t>
            </a:r>
            <a:r>
              <a:rPr lang="zh-CN" altLang="en-US" sz="1800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需相应提出</a:t>
            </a:r>
            <a:r>
              <a:rPr lang="zh-CN" altLang="en-US" sz="1800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解决办法选项供领导</a:t>
            </a:r>
            <a:r>
              <a:rPr lang="zh-CN" altLang="en-US" sz="1800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决策。</a:t>
            </a:r>
            <a:endParaRPr lang="zh-CN" altLang="en-US" sz="1800" b="1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805180" y="830580"/>
            <a:ext cx="6096000" cy="5219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280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云商领导调研类</a:t>
            </a:r>
            <a:r>
              <a:rPr lang="zh-CN" altLang="en-US" sz="280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会议</a:t>
            </a:r>
            <a:r>
              <a:rPr lang="zh-CN" altLang="en-US" sz="280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要求：</a:t>
            </a:r>
            <a:endParaRPr lang="zh-CN" altLang="en-US" sz="280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289560" y="123825"/>
            <a:ext cx="5869305" cy="5219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/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二、云商领导调研类</a:t>
            </a:r>
            <a:endParaRPr lang="zh-CN" altLang="en-US" sz="2800" b="1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4" name="灯片编号占位符 6"/>
          <p:cNvSpPr>
            <a:spLocks noGrp="1"/>
          </p:cNvSpPr>
          <p:nvPr/>
        </p:nvSpPr>
        <p:spPr>
          <a:xfrm>
            <a:off x="11647170" y="6305550"/>
            <a:ext cx="393700" cy="36512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ctr" anchorCtr="0" compatLnSpc="1"/>
          <a:lstStyle>
            <a:defPPr>
              <a:defRPr lang="zh-CN"/>
            </a:defPPr>
            <a:lvl1pPr marL="0" algn="r" defTabSz="914400" rtl="0" eaLnBrk="1" latinLnBrk="0" hangingPunct="1">
              <a:buFont typeface="Arial" panose="020B0604020202020204" pitchFamily="34" charset="0"/>
              <a:buNone/>
              <a:defRPr sz="1200" kern="1200">
                <a:solidFill>
                  <a:srgbClr val="89898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base"/>
            <a:fld id="{5B2A23AA-2BC1-4957-8DEF-5FE6F5966177}" type="slidenum">
              <a:rPr lang="zh-CN" altLang="en-US" strike="noStrike" noProof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</a:fld>
            <a:endParaRPr lang="zh-CN" altLang="en-US" strike="noStrike" noProof="1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0" y="0"/>
            <a:ext cx="2927351" cy="6885517"/>
          </a:xfrm>
          <a:prstGeom prst="rect">
            <a:avLst/>
          </a:prstGeom>
          <a:solidFill>
            <a:srgbClr val="0070C0"/>
          </a:solidFill>
          <a:ln>
            <a:solidFill>
              <a:srgbClr val="0070C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3490" name="矩形 63"/>
          <p:cNvSpPr/>
          <p:nvPr/>
        </p:nvSpPr>
        <p:spPr>
          <a:xfrm>
            <a:off x="527051" y="3177117"/>
            <a:ext cx="1917700" cy="829945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4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微软雅黑" panose="020B0503020204020204" pitchFamily="34" charset="-122"/>
              </a:rPr>
              <a:t>目  录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Arial Unicode MS" panose="020B0604020202020204" charset="-122"/>
            </a:endParaRPr>
          </a:p>
        </p:txBody>
      </p:sp>
      <p:sp>
        <p:nvSpPr>
          <p:cNvPr id="63491" name="矩形 24"/>
          <p:cNvSpPr/>
          <p:nvPr/>
        </p:nvSpPr>
        <p:spPr>
          <a:xfrm>
            <a:off x="535517" y="3992033"/>
            <a:ext cx="2046816" cy="460375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u="sng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Arial Unicode MS" panose="020B0604020202020204" charset="-122"/>
              </a:rPr>
              <a:t>CONTENTS</a:t>
            </a:r>
            <a:endParaRPr kumimoji="0" lang="zh-CN" altLang="en-US" sz="2400" b="1" i="0" u="sng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Arial Unicode MS" panose="020B0604020202020204" charset="-122"/>
            </a:endParaRPr>
          </a:p>
        </p:txBody>
      </p:sp>
      <p:sp>
        <p:nvSpPr>
          <p:cNvPr id="63492" name="Freeform 157"/>
          <p:cNvSpPr/>
          <p:nvPr/>
        </p:nvSpPr>
        <p:spPr>
          <a:xfrm>
            <a:off x="1007533" y="1989667"/>
            <a:ext cx="975784" cy="948267"/>
          </a:xfrm>
          <a:custGeom>
            <a:avLst/>
            <a:gdLst/>
            <a:ahLst/>
            <a:cxnLst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0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0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</a:cxnLst>
            <a:rect l="0" t="0" r="0" b="0"/>
            <a:pathLst>
              <a:path w="634" h="619">
                <a:moveTo>
                  <a:pt x="309" y="88"/>
                </a:moveTo>
                <a:lnTo>
                  <a:pt x="309" y="88"/>
                </a:lnTo>
                <a:cubicBezTo>
                  <a:pt x="235" y="88"/>
                  <a:pt x="176" y="162"/>
                  <a:pt x="176" y="235"/>
                </a:cubicBezTo>
                <a:cubicBezTo>
                  <a:pt x="176" y="309"/>
                  <a:pt x="235" y="367"/>
                  <a:pt x="309" y="367"/>
                </a:cubicBezTo>
                <a:cubicBezTo>
                  <a:pt x="383" y="367"/>
                  <a:pt x="456" y="309"/>
                  <a:pt x="456" y="235"/>
                </a:cubicBezTo>
                <a:cubicBezTo>
                  <a:pt x="456" y="162"/>
                  <a:pt x="383" y="88"/>
                  <a:pt x="309" y="88"/>
                </a:cubicBezTo>
                <a:close/>
                <a:moveTo>
                  <a:pt x="309" y="323"/>
                </a:moveTo>
                <a:lnTo>
                  <a:pt x="309" y="323"/>
                </a:lnTo>
                <a:cubicBezTo>
                  <a:pt x="265" y="323"/>
                  <a:pt x="221" y="279"/>
                  <a:pt x="221" y="235"/>
                </a:cubicBezTo>
                <a:cubicBezTo>
                  <a:pt x="221" y="176"/>
                  <a:pt x="265" y="132"/>
                  <a:pt x="309" y="132"/>
                </a:cubicBezTo>
                <a:cubicBezTo>
                  <a:pt x="368" y="132"/>
                  <a:pt x="412" y="176"/>
                  <a:pt x="412" y="235"/>
                </a:cubicBezTo>
                <a:cubicBezTo>
                  <a:pt x="412" y="279"/>
                  <a:pt x="368" y="323"/>
                  <a:pt x="309" y="323"/>
                </a:cubicBezTo>
                <a:close/>
                <a:moveTo>
                  <a:pt x="530" y="338"/>
                </a:moveTo>
                <a:lnTo>
                  <a:pt x="530" y="338"/>
                </a:lnTo>
                <a:cubicBezTo>
                  <a:pt x="544" y="309"/>
                  <a:pt x="559" y="264"/>
                  <a:pt x="559" y="235"/>
                </a:cubicBezTo>
                <a:cubicBezTo>
                  <a:pt x="559" y="103"/>
                  <a:pt x="441" y="0"/>
                  <a:pt x="309" y="0"/>
                </a:cubicBezTo>
                <a:cubicBezTo>
                  <a:pt x="176" y="0"/>
                  <a:pt x="73" y="103"/>
                  <a:pt x="73" y="235"/>
                </a:cubicBezTo>
                <a:cubicBezTo>
                  <a:pt x="73" y="264"/>
                  <a:pt x="88" y="309"/>
                  <a:pt x="103" y="338"/>
                </a:cubicBezTo>
                <a:cubicBezTo>
                  <a:pt x="0" y="500"/>
                  <a:pt x="0" y="500"/>
                  <a:pt x="0" y="500"/>
                </a:cubicBezTo>
                <a:cubicBezTo>
                  <a:pt x="0" y="500"/>
                  <a:pt x="58" y="515"/>
                  <a:pt x="117" y="530"/>
                </a:cubicBezTo>
                <a:cubicBezTo>
                  <a:pt x="162" y="574"/>
                  <a:pt x="206" y="618"/>
                  <a:pt x="206" y="618"/>
                </a:cubicBezTo>
                <a:cubicBezTo>
                  <a:pt x="294" y="471"/>
                  <a:pt x="294" y="471"/>
                  <a:pt x="294" y="471"/>
                </a:cubicBezTo>
                <a:cubicBezTo>
                  <a:pt x="309" y="471"/>
                  <a:pt x="309" y="471"/>
                  <a:pt x="309" y="471"/>
                </a:cubicBezTo>
                <a:cubicBezTo>
                  <a:pt x="324" y="471"/>
                  <a:pt x="324" y="471"/>
                  <a:pt x="324" y="471"/>
                </a:cubicBezTo>
                <a:cubicBezTo>
                  <a:pt x="412" y="618"/>
                  <a:pt x="412" y="618"/>
                  <a:pt x="412" y="618"/>
                </a:cubicBezTo>
                <a:cubicBezTo>
                  <a:pt x="412" y="618"/>
                  <a:pt x="456" y="574"/>
                  <a:pt x="500" y="530"/>
                </a:cubicBezTo>
                <a:cubicBezTo>
                  <a:pt x="559" y="515"/>
                  <a:pt x="633" y="500"/>
                  <a:pt x="633" y="500"/>
                </a:cubicBezTo>
                <a:lnTo>
                  <a:pt x="530" y="338"/>
                </a:lnTo>
                <a:close/>
                <a:moveTo>
                  <a:pt x="206" y="544"/>
                </a:moveTo>
                <a:lnTo>
                  <a:pt x="206" y="544"/>
                </a:lnTo>
                <a:cubicBezTo>
                  <a:pt x="206" y="544"/>
                  <a:pt x="176" y="530"/>
                  <a:pt x="147" y="500"/>
                </a:cubicBezTo>
                <a:cubicBezTo>
                  <a:pt x="103" y="485"/>
                  <a:pt x="58" y="471"/>
                  <a:pt x="58" y="471"/>
                </a:cubicBezTo>
                <a:cubicBezTo>
                  <a:pt x="117" y="382"/>
                  <a:pt x="117" y="382"/>
                  <a:pt x="117" y="382"/>
                </a:cubicBezTo>
                <a:cubicBezTo>
                  <a:pt x="147" y="412"/>
                  <a:pt x="206" y="456"/>
                  <a:pt x="250" y="456"/>
                </a:cubicBezTo>
                <a:lnTo>
                  <a:pt x="206" y="544"/>
                </a:lnTo>
                <a:close/>
                <a:moveTo>
                  <a:pt x="309" y="426"/>
                </a:moveTo>
                <a:lnTo>
                  <a:pt x="309" y="426"/>
                </a:lnTo>
                <a:cubicBezTo>
                  <a:pt x="206" y="426"/>
                  <a:pt x="117" y="338"/>
                  <a:pt x="117" y="235"/>
                </a:cubicBezTo>
                <a:cubicBezTo>
                  <a:pt x="117" y="117"/>
                  <a:pt x="206" y="29"/>
                  <a:pt x="309" y="29"/>
                </a:cubicBezTo>
                <a:cubicBezTo>
                  <a:pt x="426" y="29"/>
                  <a:pt x="515" y="117"/>
                  <a:pt x="515" y="235"/>
                </a:cubicBezTo>
                <a:cubicBezTo>
                  <a:pt x="515" y="338"/>
                  <a:pt x="426" y="426"/>
                  <a:pt x="309" y="426"/>
                </a:cubicBezTo>
                <a:close/>
                <a:moveTo>
                  <a:pt x="485" y="500"/>
                </a:moveTo>
                <a:lnTo>
                  <a:pt x="485" y="500"/>
                </a:lnTo>
                <a:cubicBezTo>
                  <a:pt x="456" y="530"/>
                  <a:pt x="426" y="544"/>
                  <a:pt x="426" y="544"/>
                </a:cubicBezTo>
                <a:cubicBezTo>
                  <a:pt x="368" y="456"/>
                  <a:pt x="368" y="456"/>
                  <a:pt x="368" y="456"/>
                </a:cubicBezTo>
                <a:cubicBezTo>
                  <a:pt x="426" y="456"/>
                  <a:pt x="471" y="412"/>
                  <a:pt x="500" y="382"/>
                </a:cubicBezTo>
                <a:cubicBezTo>
                  <a:pt x="559" y="471"/>
                  <a:pt x="559" y="471"/>
                  <a:pt x="559" y="471"/>
                </a:cubicBezTo>
                <a:cubicBezTo>
                  <a:pt x="559" y="471"/>
                  <a:pt x="530" y="485"/>
                  <a:pt x="485" y="500"/>
                </a:cubicBezTo>
                <a:close/>
              </a:path>
            </a:pathLst>
          </a:custGeom>
          <a:solidFill>
            <a:srgbClr val="FFFFFF"/>
          </a:solidFill>
          <a:ln w="9525">
            <a:noFill/>
          </a:ln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10" name="组合 9"/>
          <p:cNvGrpSpPr/>
          <p:nvPr/>
        </p:nvGrpSpPr>
        <p:grpSpPr>
          <a:xfrm>
            <a:off x="3570605" y="1543050"/>
            <a:ext cx="5788660" cy="673100"/>
            <a:chOff x="6947" y="2299"/>
            <a:chExt cx="9116" cy="1060"/>
          </a:xfrm>
        </p:grpSpPr>
        <p:sp>
          <p:nvSpPr>
            <p:cNvPr id="63493" name="Freeform 208"/>
            <p:cNvSpPr/>
            <p:nvPr/>
          </p:nvSpPr>
          <p:spPr>
            <a:xfrm>
              <a:off x="6947" y="2430"/>
              <a:ext cx="793" cy="643"/>
            </a:xfrm>
            <a:custGeom>
              <a:avLst/>
              <a:gdLst/>
              <a:ahLst/>
              <a:cxnLst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</a:cxnLst>
              <a:rect l="0" t="0" r="0" b="0"/>
              <a:pathLst>
                <a:path w="575" h="576">
                  <a:moveTo>
                    <a:pt x="544" y="221"/>
                  </a:moveTo>
                  <a:lnTo>
                    <a:pt x="544" y="221"/>
                  </a:lnTo>
                  <a:cubicBezTo>
                    <a:pt x="265" y="486"/>
                    <a:pt x="265" y="486"/>
                    <a:pt x="265" y="486"/>
                  </a:cubicBezTo>
                  <a:cubicBezTo>
                    <a:pt x="220" y="530"/>
                    <a:pt x="147" y="530"/>
                    <a:pt x="88" y="486"/>
                  </a:cubicBezTo>
                  <a:cubicBezTo>
                    <a:pt x="44" y="442"/>
                    <a:pt x="44" y="368"/>
                    <a:pt x="88" y="324"/>
                  </a:cubicBezTo>
                  <a:cubicBezTo>
                    <a:pt x="338" y="74"/>
                    <a:pt x="338" y="74"/>
                    <a:pt x="338" y="74"/>
                  </a:cubicBezTo>
                  <a:cubicBezTo>
                    <a:pt x="383" y="45"/>
                    <a:pt x="426" y="45"/>
                    <a:pt x="456" y="74"/>
                  </a:cubicBezTo>
                  <a:cubicBezTo>
                    <a:pt x="485" y="103"/>
                    <a:pt x="485" y="162"/>
                    <a:pt x="456" y="192"/>
                  </a:cubicBezTo>
                  <a:cubicBezTo>
                    <a:pt x="206" y="442"/>
                    <a:pt x="206" y="442"/>
                    <a:pt x="206" y="442"/>
                  </a:cubicBezTo>
                  <a:cubicBezTo>
                    <a:pt x="191" y="457"/>
                    <a:pt x="162" y="457"/>
                    <a:pt x="147" y="442"/>
                  </a:cubicBezTo>
                  <a:cubicBezTo>
                    <a:pt x="132" y="427"/>
                    <a:pt x="132" y="398"/>
                    <a:pt x="147" y="383"/>
                  </a:cubicBezTo>
                  <a:cubicBezTo>
                    <a:pt x="367" y="162"/>
                    <a:pt x="367" y="162"/>
                    <a:pt x="367" y="162"/>
                  </a:cubicBezTo>
                  <a:cubicBezTo>
                    <a:pt x="338" y="133"/>
                    <a:pt x="338" y="133"/>
                    <a:pt x="338" y="133"/>
                  </a:cubicBezTo>
                  <a:cubicBezTo>
                    <a:pt x="117" y="354"/>
                    <a:pt x="117" y="354"/>
                    <a:pt x="117" y="354"/>
                  </a:cubicBezTo>
                  <a:cubicBezTo>
                    <a:pt x="88" y="383"/>
                    <a:pt x="88" y="427"/>
                    <a:pt x="117" y="457"/>
                  </a:cubicBezTo>
                  <a:cubicBezTo>
                    <a:pt x="147" y="501"/>
                    <a:pt x="206" y="501"/>
                    <a:pt x="235" y="457"/>
                  </a:cubicBezTo>
                  <a:cubicBezTo>
                    <a:pt x="485" y="221"/>
                    <a:pt x="485" y="221"/>
                    <a:pt x="485" y="221"/>
                  </a:cubicBezTo>
                  <a:cubicBezTo>
                    <a:pt x="530" y="162"/>
                    <a:pt x="530" y="88"/>
                    <a:pt x="485" y="45"/>
                  </a:cubicBezTo>
                  <a:cubicBezTo>
                    <a:pt x="441" y="0"/>
                    <a:pt x="367" y="0"/>
                    <a:pt x="324" y="45"/>
                  </a:cubicBezTo>
                  <a:cubicBezTo>
                    <a:pt x="58" y="309"/>
                    <a:pt x="58" y="309"/>
                    <a:pt x="58" y="309"/>
                  </a:cubicBezTo>
                  <a:cubicBezTo>
                    <a:pt x="0" y="368"/>
                    <a:pt x="14" y="457"/>
                    <a:pt x="58" y="516"/>
                  </a:cubicBezTo>
                  <a:cubicBezTo>
                    <a:pt x="117" y="575"/>
                    <a:pt x="206" y="575"/>
                    <a:pt x="279" y="530"/>
                  </a:cubicBezTo>
                  <a:cubicBezTo>
                    <a:pt x="574" y="236"/>
                    <a:pt x="574" y="236"/>
                    <a:pt x="574" y="236"/>
                  </a:cubicBezTo>
                  <a:lnTo>
                    <a:pt x="544" y="221"/>
                  </a:lnTo>
                </a:path>
              </a:pathLst>
            </a:custGeom>
            <a:solidFill>
              <a:srgbClr val="0070C0"/>
            </a:solidFill>
            <a:ln w="9525">
              <a:noFill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3" name="圆角矩形 12"/>
            <p:cNvSpPr/>
            <p:nvPr/>
          </p:nvSpPr>
          <p:spPr>
            <a:xfrm>
              <a:off x="8081" y="2299"/>
              <a:ext cx="1058" cy="1040"/>
            </a:xfrm>
            <a:prstGeom prst="roundRect">
              <a:avLst/>
            </a:prstGeom>
            <a:solidFill>
              <a:srgbClr val="0070C0"/>
            </a:solidFill>
            <a:ln>
              <a:noFill/>
            </a:ln>
            <a:effectLst>
              <a:outerShdw blurRad="107950" dist="12700" dir="5400000" algn="ctr">
                <a:srgbClr val="000000"/>
              </a:outerShdw>
            </a:effectLst>
            <a:scene3d>
              <a:camera prst="orthographicFront">
                <a:rot lat="0" lon="0" rev="0"/>
              </a:camera>
              <a:lightRig rig="soft" dir="t">
                <a:rot lat="0" lon="0" rev="0"/>
              </a:lightRig>
            </a:scene3d>
            <a:sp3d contourW="44450" prstMaterial="matte">
              <a:bevelT w="63500" h="63500" prst="artDeco"/>
              <a:contourClr>
                <a:srgbClr val="FFFFFF"/>
              </a:contourClr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en-US" altLang="zh-CN" sz="2400" b="0" i="0" u="none" strike="noStrike" kern="1200" cap="none" spc="0" normalizeH="0" baseline="0" noProof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1</a:t>
              </a:r>
              <a:endParaRPr kumimoji="0" lang="zh-CN" altLang="en-US" sz="2400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cxnSp>
          <p:nvCxnSpPr>
            <p:cNvPr id="14" name="直接连接符 13"/>
            <p:cNvCxnSpPr/>
            <p:nvPr/>
          </p:nvCxnSpPr>
          <p:spPr>
            <a:xfrm>
              <a:off x="9290" y="3336"/>
              <a:ext cx="6660" cy="23"/>
            </a:xfrm>
            <a:prstGeom prst="line">
              <a:avLst/>
            </a:prstGeom>
            <a:ln>
              <a:solidFill>
                <a:schemeClr val="tx1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3496" name="TextBox 68"/>
            <p:cNvSpPr/>
            <p:nvPr/>
          </p:nvSpPr>
          <p:spPr>
            <a:xfrm>
              <a:off x="9303" y="2333"/>
              <a:ext cx="6760" cy="790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2665" b="1" i="0" u="none" strike="noStrike" kern="1200" cap="none" spc="0" normalizeH="0" baseline="0" noProof="0" dirty="0">
                  <a:ln>
                    <a:noFill/>
                  </a:ln>
                  <a:solidFill>
                    <a:srgbClr val="0070C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  <a:sym typeface="微软雅黑" panose="020B0503020204020204" pitchFamily="34" charset="-122"/>
                </a:rPr>
                <a:t>汇报单位基本情况（</a:t>
              </a:r>
              <a:r>
                <a:rPr kumimoji="0" lang="zh-CN" altLang="en-US" sz="2665" b="1" i="0" u="none" strike="noStrike" kern="1200" cap="none" spc="0" normalizeH="0" baseline="0" noProof="0" dirty="0">
                  <a:ln>
                    <a:noFill/>
                  </a:ln>
                  <a:solidFill>
                    <a:srgbClr val="0070C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  <a:sym typeface="微软雅黑" panose="020B0503020204020204" pitchFamily="34" charset="-122"/>
                </a:rPr>
                <a:t>按需）</a:t>
              </a:r>
              <a:endParaRPr kumimoji="0" lang="zh-CN" altLang="en-US" sz="2665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微软雅黑" panose="020B0503020204020204" pitchFamily="34" charset="-122"/>
              </a:endParaRPr>
            </a:p>
          </p:txBody>
        </p:sp>
      </p:grpSp>
      <p:grpSp>
        <p:nvGrpSpPr>
          <p:cNvPr id="9" name="组合 8"/>
          <p:cNvGrpSpPr/>
          <p:nvPr/>
        </p:nvGrpSpPr>
        <p:grpSpPr>
          <a:xfrm>
            <a:off x="4312285" y="2786380"/>
            <a:ext cx="6127115" cy="671195"/>
            <a:chOff x="8115" y="4565"/>
            <a:chExt cx="9649" cy="1057"/>
          </a:xfrm>
        </p:grpSpPr>
        <p:sp>
          <p:nvSpPr>
            <p:cNvPr id="19" name="圆角矩形 18"/>
            <p:cNvSpPr/>
            <p:nvPr/>
          </p:nvSpPr>
          <p:spPr>
            <a:xfrm>
              <a:off x="8115" y="4565"/>
              <a:ext cx="1058" cy="1040"/>
            </a:xfrm>
            <a:prstGeom prst="roundRect">
              <a:avLst/>
            </a:prstGeom>
            <a:solidFill>
              <a:srgbClr val="0070C0"/>
            </a:solidFill>
            <a:ln>
              <a:noFill/>
            </a:ln>
            <a:effectLst>
              <a:outerShdw blurRad="107950" dist="12700" dir="5400000" algn="ctr">
                <a:srgbClr val="000000"/>
              </a:outerShdw>
            </a:effectLst>
            <a:scene3d>
              <a:camera prst="orthographicFront">
                <a:rot lat="0" lon="0" rev="0"/>
              </a:camera>
              <a:lightRig rig="soft" dir="t">
                <a:rot lat="0" lon="0" rev="0"/>
              </a:lightRig>
            </a:scene3d>
            <a:sp3d contourW="44450" prstMaterial="matte">
              <a:bevelT w="63500" h="63500" prst="artDeco"/>
              <a:contourClr>
                <a:srgbClr val="FFFFFF"/>
              </a:contourClr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en-US" altLang="zh-CN" sz="2400" b="0" i="0" u="none" strike="noStrike" kern="1200" cap="none" spc="0" normalizeH="0" baseline="0" noProof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2</a:t>
              </a:r>
              <a:endParaRPr kumimoji="0" lang="zh-CN" altLang="en-US" sz="2400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63501" name="TextBox 68"/>
            <p:cNvSpPr/>
            <p:nvPr/>
          </p:nvSpPr>
          <p:spPr>
            <a:xfrm>
              <a:off x="9331" y="4605"/>
              <a:ext cx="8433" cy="79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anchor="t" anchorCtr="0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2665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  <a:sym typeface="微软雅黑" panose="020B0503020204020204" pitchFamily="34" charset="-122"/>
                </a:rPr>
                <a:t>生产</a:t>
              </a:r>
              <a:r>
                <a:rPr kumimoji="0" lang="zh-CN" altLang="en-US" sz="2665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  <a:sym typeface="微软雅黑" panose="020B0503020204020204" pitchFamily="34" charset="-122"/>
                </a:rPr>
                <a:t>经营及重点任务开展</a:t>
              </a:r>
              <a:r>
                <a:rPr kumimoji="0" lang="zh-CN" altLang="en-US" sz="2665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  <a:sym typeface="微软雅黑" panose="020B0503020204020204" pitchFamily="34" charset="-122"/>
                </a:rPr>
                <a:t>情况</a:t>
              </a:r>
              <a:endParaRPr kumimoji="0" lang="zh-CN" altLang="en-US" sz="2665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微软雅黑" panose="020B0503020204020204" pitchFamily="34" charset="-122"/>
              </a:endParaRPr>
            </a:p>
          </p:txBody>
        </p:sp>
        <p:cxnSp>
          <p:nvCxnSpPr>
            <p:cNvPr id="3" name="直接连接符 2"/>
            <p:cNvCxnSpPr/>
            <p:nvPr/>
          </p:nvCxnSpPr>
          <p:spPr>
            <a:xfrm>
              <a:off x="9441" y="5605"/>
              <a:ext cx="6803" cy="17"/>
            </a:xfrm>
            <a:prstGeom prst="line">
              <a:avLst/>
            </a:prstGeom>
            <a:ln>
              <a:solidFill>
                <a:schemeClr val="tx1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" name="组合 6"/>
          <p:cNvGrpSpPr/>
          <p:nvPr/>
        </p:nvGrpSpPr>
        <p:grpSpPr>
          <a:xfrm>
            <a:off x="4312285" y="4027805"/>
            <a:ext cx="6126480" cy="673100"/>
            <a:chOff x="8115" y="6783"/>
            <a:chExt cx="9648" cy="1060"/>
          </a:xfrm>
        </p:grpSpPr>
        <p:sp>
          <p:nvSpPr>
            <p:cNvPr id="4" name="圆角矩形 3"/>
            <p:cNvSpPr/>
            <p:nvPr/>
          </p:nvSpPr>
          <p:spPr>
            <a:xfrm>
              <a:off x="8115" y="6783"/>
              <a:ext cx="1058" cy="1040"/>
            </a:xfrm>
            <a:prstGeom prst="roundRect">
              <a:avLst/>
            </a:prstGeom>
            <a:solidFill>
              <a:srgbClr val="0070C0"/>
            </a:solidFill>
            <a:ln>
              <a:noFill/>
            </a:ln>
            <a:effectLst>
              <a:outerShdw blurRad="107950" dist="12700" dir="5400000" algn="ctr">
                <a:srgbClr val="000000"/>
              </a:outerShdw>
            </a:effectLst>
            <a:scene3d>
              <a:camera prst="orthographicFront">
                <a:rot lat="0" lon="0" rev="0"/>
              </a:camera>
              <a:lightRig rig="soft" dir="t">
                <a:rot lat="0" lon="0" rev="0"/>
              </a:lightRig>
            </a:scene3d>
            <a:sp3d contourW="44450" prstMaterial="matte">
              <a:bevelT w="63500" h="63500" prst="artDeco"/>
              <a:contourClr>
                <a:srgbClr val="FFFFFF"/>
              </a:contourClr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en-US" sz="2400" b="0" i="0" u="none" strike="noStrike" kern="1200" cap="none" spc="0" normalizeH="0" baseline="0" noProof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3</a:t>
              </a:r>
              <a:endParaRPr kumimoji="0" lang="en-US" sz="2400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63504" name="TextBox 68"/>
            <p:cNvSpPr/>
            <p:nvPr/>
          </p:nvSpPr>
          <p:spPr>
            <a:xfrm>
              <a:off x="9331" y="6821"/>
              <a:ext cx="8433" cy="1023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anchor="t" anchorCtr="0">
              <a:no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lang="zh-CN" altLang="en-US" sz="2660" b="1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下一步工作计划</a:t>
              </a:r>
              <a:endParaRPr kumimoji="0" lang="zh-CN" altLang="en-US" sz="266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微软雅黑" panose="020B0503020204020204" pitchFamily="34" charset="-122"/>
              </a:endParaRPr>
            </a:p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66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微软雅黑" panose="020B0503020204020204" pitchFamily="34" charset="-122"/>
              </a:endParaRPr>
            </a:p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sz="2665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微软雅黑" panose="020B0503020204020204" pitchFamily="34" charset="-122"/>
              </a:endParaRPr>
            </a:p>
          </p:txBody>
        </p:sp>
        <p:cxnSp>
          <p:nvCxnSpPr>
            <p:cNvPr id="6" name="直接连接符 5"/>
            <p:cNvCxnSpPr/>
            <p:nvPr/>
          </p:nvCxnSpPr>
          <p:spPr>
            <a:xfrm>
              <a:off x="9441" y="7821"/>
              <a:ext cx="6803" cy="20"/>
            </a:xfrm>
            <a:prstGeom prst="line">
              <a:avLst/>
            </a:prstGeom>
            <a:ln>
              <a:solidFill>
                <a:schemeClr val="tx1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1" name="组合 10"/>
          <p:cNvGrpSpPr/>
          <p:nvPr/>
        </p:nvGrpSpPr>
        <p:grpSpPr>
          <a:xfrm>
            <a:off x="4312920" y="5271770"/>
            <a:ext cx="6126480" cy="673100"/>
            <a:chOff x="8115" y="6783"/>
            <a:chExt cx="9648" cy="1060"/>
          </a:xfrm>
        </p:grpSpPr>
        <p:sp>
          <p:nvSpPr>
            <p:cNvPr id="12" name="圆角矩形 11"/>
            <p:cNvSpPr/>
            <p:nvPr/>
          </p:nvSpPr>
          <p:spPr>
            <a:xfrm>
              <a:off x="8115" y="6783"/>
              <a:ext cx="1058" cy="1040"/>
            </a:xfrm>
            <a:prstGeom prst="roundRect">
              <a:avLst/>
            </a:prstGeom>
            <a:solidFill>
              <a:srgbClr val="0070C0"/>
            </a:solidFill>
            <a:ln>
              <a:noFill/>
            </a:ln>
            <a:effectLst>
              <a:outerShdw blurRad="107950" dist="12700" dir="5400000" algn="ctr">
                <a:srgbClr val="000000"/>
              </a:outerShdw>
            </a:effectLst>
            <a:scene3d>
              <a:camera prst="orthographicFront">
                <a:rot lat="0" lon="0" rev="0"/>
              </a:camera>
              <a:lightRig rig="soft" dir="t">
                <a:rot lat="0" lon="0" rev="0"/>
              </a:lightRig>
            </a:scene3d>
            <a:sp3d contourW="44450" prstMaterial="matte">
              <a:bevelT w="63500" h="63500" prst="artDeco"/>
              <a:contourClr>
                <a:srgbClr val="FFFFFF"/>
              </a:contourClr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en-US" sz="2400" b="0" i="0" u="none" strike="noStrike" kern="1200" cap="none" spc="0" normalizeH="0" baseline="0" noProof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4</a:t>
              </a:r>
              <a:endParaRPr kumimoji="0" lang="en-US" sz="2400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5" name="TextBox 68"/>
            <p:cNvSpPr/>
            <p:nvPr/>
          </p:nvSpPr>
          <p:spPr>
            <a:xfrm>
              <a:off x="9331" y="6821"/>
              <a:ext cx="8433" cy="1023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anchor="t" anchorCtr="0">
              <a:noAutofit/>
            </a:bodyPr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lang="zh-CN" altLang="en-US" sz="2660" b="1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需支撑事项及解决方案</a:t>
              </a:r>
              <a:endParaRPr kumimoji="0" lang="zh-CN" altLang="en-US" sz="266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微软雅黑" panose="020B0503020204020204" pitchFamily="34" charset="-122"/>
              </a:endParaRPr>
            </a:p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66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微软雅黑" panose="020B0503020204020204" pitchFamily="34" charset="-122"/>
              </a:endParaRPr>
            </a:p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sz="2665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微软雅黑" panose="020B0503020204020204" pitchFamily="34" charset="-122"/>
              </a:endParaRPr>
            </a:p>
          </p:txBody>
        </p:sp>
        <p:cxnSp>
          <p:nvCxnSpPr>
            <p:cNvPr id="16" name="直接连接符 15"/>
            <p:cNvCxnSpPr/>
            <p:nvPr/>
          </p:nvCxnSpPr>
          <p:spPr>
            <a:xfrm>
              <a:off x="9441" y="7821"/>
              <a:ext cx="6803" cy="20"/>
            </a:xfrm>
            <a:prstGeom prst="line">
              <a:avLst/>
            </a:prstGeom>
            <a:ln>
              <a:solidFill>
                <a:schemeClr val="tx1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" name="文本框 4"/>
          <p:cNvSpPr txBox="1"/>
          <p:nvPr/>
        </p:nvSpPr>
        <p:spPr>
          <a:xfrm>
            <a:off x="3588385" y="770255"/>
            <a:ext cx="3036570" cy="521970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 algn="l"/>
            <a:r>
              <a:rPr lang="zh-CN" altLang="en-US" sz="2800" i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云商领导调研类：</a:t>
            </a:r>
            <a:endParaRPr lang="zh-CN" altLang="en-US" sz="2800" i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灯片编号占位符 6"/>
          <p:cNvSpPr>
            <a:spLocks noGrp="1"/>
          </p:cNvSpPr>
          <p:nvPr/>
        </p:nvSpPr>
        <p:spPr>
          <a:xfrm>
            <a:off x="11647170" y="6305550"/>
            <a:ext cx="393700" cy="36512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ctr" anchorCtr="0" compatLnSpc="1"/>
          <a:lstStyle>
            <a:defPPr>
              <a:defRPr lang="zh-CN"/>
            </a:defPPr>
            <a:lvl1pPr marL="0" algn="r" defTabSz="914400" rtl="0" eaLnBrk="1" latinLnBrk="0" hangingPunct="1">
              <a:buFont typeface="Arial" panose="020B0604020202020204" pitchFamily="34" charset="0"/>
              <a:buNone/>
              <a:defRPr sz="1200" kern="1200">
                <a:solidFill>
                  <a:srgbClr val="89898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base"/>
            <a:fld id="{5B2A23AA-2BC1-4957-8DEF-5FE6F5966177}" type="slidenum">
              <a:rPr lang="zh-CN" altLang="en-US" strike="noStrike" noProof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</a:fld>
            <a:endParaRPr lang="zh-CN" altLang="en-US" strike="noStrike" noProof="1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框 2"/>
          <p:cNvSpPr txBox="1"/>
          <p:nvPr/>
        </p:nvSpPr>
        <p:spPr>
          <a:xfrm>
            <a:off x="805180" y="1659890"/>
            <a:ext cx="9521825" cy="45751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342900" indent="-342900">
              <a:lnSpc>
                <a:spcPct val="180000"/>
              </a:lnSpc>
              <a:buAutoNum type="arabicPeriod"/>
            </a:pPr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汇报内容要</a:t>
            </a:r>
            <a:r>
              <a:rPr lang="zh-CN" altLang="en-US" sz="1800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文字精炼、内容简洁、数据详实、分析透彻，避免虚浮概念和内容；</a:t>
            </a:r>
            <a:endParaRPr lang="zh-CN" altLang="en-US" sz="1800" b="1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 marL="342900" indent="-342900">
              <a:lnSpc>
                <a:spcPct val="180000"/>
              </a:lnSpc>
              <a:buAutoNum type="arabicPeriod"/>
            </a:pPr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专题汇报时多采用图表、数据、对比分析等直观方式，要有数据、有分析，避免大段文字。业务数据要口径清晰、数据准确（备注数据口径及来源）；</a:t>
            </a:r>
            <a:endParaRPr lang="zh-CN" altLang="en-US" sz="18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 marL="342900" indent="-342900">
              <a:lnSpc>
                <a:spcPct val="180000"/>
              </a:lnSpc>
              <a:buAutoNum type="arabicPeriod"/>
            </a:pPr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一般专题性汇报</a:t>
            </a:r>
            <a:r>
              <a:rPr lang="en-US" altLang="zh-CN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PPT</a:t>
            </a:r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，主要汇报</a:t>
            </a:r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内容原则上控制在</a:t>
            </a:r>
            <a:r>
              <a:rPr lang="en-US" altLang="zh-CN" sz="1800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10</a:t>
            </a:r>
            <a:r>
              <a:rPr lang="zh-CN" altLang="en-US" sz="1800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页以内；</a:t>
            </a:r>
            <a:endParaRPr lang="zh-CN" altLang="en-US" sz="18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342900" indent="-342900">
              <a:lnSpc>
                <a:spcPct val="180000"/>
              </a:lnSpc>
              <a:buAutoNum type="arabicPeriod"/>
            </a:pPr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结构清晰，汇报时先表达结论（需决策</a:t>
            </a:r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事项），再</a:t>
            </a:r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汇报论据；</a:t>
            </a:r>
            <a:endParaRPr lang="zh-CN" altLang="en-US" sz="18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342900" indent="-342900">
              <a:lnSpc>
                <a:spcPct val="180000"/>
              </a:lnSpc>
              <a:buAutoNum type="arabicPeriod"/>
            </a:pPr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与专题项目相关的背景材料和补充说明都作为附件，如需</a:t>
            </a:r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进一步讨论再</a:t>
            </a:r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展示；</a:t>
            </a:r>
            <a:endParaRPr lang="zh-CN" altLang="en-US" sz="18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342900" indent="-342900">
              <a:lnSpc>
                <a:spcPct val="180000"/>
              </a:lnSpc>
              <a:buAutoNum type="arabicPeriod"/>
            </a:pPr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会前</a:t>
            </a:r>
            <a:r>
              <a:rPr lang="en-US" altLang="zh-CN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2</a:t>
            </a:r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天需将会议材料发给参会人员，相关单位如有不同意见请在会前充分</a:t>
            </a:r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沟通；</a:t>
            </a:r>
            <a:endParaRPr lang="zh-CN" altLang="en-US" sz="18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342900" indent="-342900">
              <a:lnSpc>
                <a:spcPct val="180000"/>
              </a:lnSpc>
              <a:buAutoNum type="arabicPeriod"/>
            </a:pPr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参会单位会前要充分消化</a:t>
            </a:r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会议材料，发言聚焦重点、有的放矢，意见要表达明确。提出反对意见的，要给出充分理由或给出</a:t>
            </a:r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建议方案。</a:t>
            </a:r>
            <a:endParaRPr lang="zh-CN" altLang="en-US" sz="18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805180" y="830580"/>
            <a:ext cx="9834245" cy="5219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280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专题决策类</a:t>
            </a:r>
            <a:r>
              <a:rPr lang="zh-CN" altLang="en-US" sz="280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会议</a:t>
            </a:r>
            <a:r>
              <a:rPr lang="zh-CN" altLang="en-US" sz="280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要求（如总办会、党委会、</a:t>
            </a:r>
            <a:r>
              <a:rPr lang="zh-CN" altLang="en-US" sz="280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董事长专题会</a:t>
            </a:r>
            <a:r>
              <a:rPr lang="zh-CN" altLang="en-US" sz="280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等）：</a:t>
            </a:r>
            <a:endParaRPr lang="zh-CN" altLang="en-US" sz="280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289560" y="123825"/>
            <a:ext cx="5869305" cy="5219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/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三、专题决策类</a:t>
            </a:r>
            <a:endParaRPr lang="zh-CN" altLang="en-US" sz="2800" b="1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4" name="灯片编号占位符 6"/>
          <p:cNvSpPr>
            <a:spLocks noGrp="1"/>
          </p:cNvSpPr>
          <p:nvPr/>
        </p:nvSpPr>
        <p:spPr>
          <a:xfrm>
            <a:off x="11647170" y="6305550"/>
            <a:ext cx="393700" cy="36512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ctr" anchorCtr="0" compatLnSpc="1"/>
          <a:lstStyle>
            <a:defPPr>
              <a:defRPr lang="zh-CN"/>
            </a:defPPr>
            <a:lvl1pPr marL="0" algn="r" defTabSz="914400" rtl="0" eaLnBrk="1" latinLnBrk="0" hangingPunct="1">
              <a:buFont typeface="Arial" panose="020B0604020202020204" pitchFamily="34" charset="0"/>
              <a:buNone/>
              <a:defRPr sz="1200" kern="1200">
                <a:solidFill>
                  <a:srgbClr val="89898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base"/>
            <a:fld id="{5B2A23AA-2BC1-4957-8DEF-5FE6F5966177}" type="slidenum">
              <a:rPr lang="zh-CN" altLang="en-US" strike="noStrike" noProof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</a:fld>
            <a:endParaRPr lang="zh-CN" altLang="en-US" strike="noStrike" noProof="1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0" y="0"/>
            <a:ext cx="2927351" cy="6885517"/>
          </a:xfrm>
          <a:prstGeom prst="rect">
            <a:avLst/>
          </a:prstGeom>
          <a:solidFill>
            <a:srgbClr val="0070C0"/>
          </a:solidFill>
          <a:ln>
            <a:solidFill>
              <a:srgbClr val="0070C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3490" name="矩形 63"/>
          <p:cNvSpPr/>
          <p:nvPr/>
        </p:nvSpPr>
        <p:spPr>
          <a:xfrm>
            <a:off x="527051" y="3177117"/>
            <a:ext cx="1917700" cy="829945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4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微软雅黑" panose="020B0503020204020204" pitchFamily="34" charset="-122"/>
              </a:rPr>
              <a:t>目  录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Arial Unicode MS" panose="020B0604020202020204" charset="-122"/>
            </a:endParaRPr>
          </a:p>
        </p:txBody>
      </p:sp>
      <p:sp>
        <p:nvSpPr>
          <p:cNvPr id="63491" name="矩形 24"/>
          <p:cNvSpPr/>
          <p:nvPr/>
        </p:nvSpPr>
        <p:spPr>
          <a:xfrm>
            <a:off x="535517" y="3992033"/>
            <a:ext cx="2046816" cy="460375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u="sng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Arial Unicode MS" panose="020B0604020202020204" charset="-122"/>
              </a:rPr>
              <a:t>CONTENTS</a:t>
            </a:r>
            <a:endParaRPr kumimoji="0" lang="zh-CN" altLang="en-US" sz="2400" b="1" i="0" u="sng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Arial Unicode MS" panose="020B0604020202020204" charset="-122"/>
            </a:endParaRPr>
          </a:p>
        </p:txBody>
      </p:sp>
      <p:sp>
        <p:nvSpPr>
          <p:cNvPr id="63492" name="Freeform 157"/>
          <p:cNvSpPr/>
          <p:nvPr/>
        </p:nvSpPr>
        <p:spPr>
          <a:xfrm>
            <a:off x="1007533" y="1989667"/>
            <a:ext cx="975784" cy="948267"/>
          </a:xfrm>
          <a:custGeom>
            <a:avLst/>
            <a:gdLst/>
            <a:ahLst/>
            <a:cxnLst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0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0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</a:cxnLst>
            <a:rect l="0" t="0" r="0" b="0"/>
            <a:pathLst>
              <a:path w="634" h="619">
                <a:moveTo>
                  <a:pt x="309" y="88"/>
                </a:moveTo>
                <a:lnTo>
                  <a:pt x="309" y="88"/>
                </a:lnTo>
                <a:cubicBezTo>
                  <a:pt x="235" y="88"/>
                  <a:pt x="176" y="162"/>
                  <a:pt x="176" y="235"/>
                </a:cubicBezTo>
                <a:cubicBezTo>
                  <a:pt x="176" y="309"/>
                  <a:pt x="235" y="367"/>
                  <a:pt x="309" y="367"/>
                </a:cubicBezTo>
                <a:cubicBezTo>
                  <a:pt x="383" y="367"/>
                  <a:pt x="456" y="309"/>
                  <a:pt x="456" y="235"/>
                </a:cubicBezTo>
                <a:cubicBezTo>
                  <a:pt x="456" y="162"/>
                  <a:pt x="383" y="88"/>
                  <a:pt x="309" y="88"/>
                </a:cubicBezTo>
                <a:close/>
                <a:moveTo>
                  <a:pt x="309" y="323"/>
                </a:moveTo>
                <a:lnTo>
                  <a:pt x="309" y="323"/>
                </a:lnTo>
                <a:cubicBezTo>
                  <a:pt x="265" y="323"/>
                  <a:pt x="221" y="279"/>
                  <a:pt x="221" y="235"/>
                </a:cubicBezTo>
                <a:cubicBezTo>
                  <a:pt x="221" y="176"/>
                  <a:pt x="265" y="132"/>
                  <a:pt x="309" y="132"/>
                </a:cubicBezTo>
                <a:cubicBezTo>
                  <a:pt x="368" y="132"/>
                  <a:pt x="412" y="176"/>
                  <a:pt x="412" y="235"/>
                </a:cubicBezTo>
                <a:cubicBezTo>
                  <a:pt x="412" y="279"/>
                  <a:pt x="368" y="323"/>
                  <a:pt x="309" y="323"/>
                </a:cubicBezTo>
                <a:close/>
                <a:moveTo>
                  <a:pt x="530" y="338"/>
                </a:moveTo>
                <a:lnTo>
                  <a:pt x="530" y="338"/>
                </a:lnTo>
                <a:cubicBezTo>
                  <a:pt x="544" y="309"/>
                  <a:pt x="559" y="264"/>
                  <a:pt x="559" y="235"/>
                </a:cubicBezTo>
                <a:cubicBezTo>
                  <a:pt x="559" y="103"/>
                  <a:pt x="441" y="0"/>
                  <a:pt x="309" y="0"/>
                </a:cubicBezTo>
                <a:cubicBezTo>
                  <a:pt x="176" y="0"/>
                  <a:pt x="73" y="103"/>
                  <a:pt x="73" y="235"/>
                </a:cubicBezTo>
                <a:cubicBezTo>
                  <a:pt x="73" y="264"/>
                  <a:pt x="88" y="309"/>
                  <a:pt x="103" y="338"/>
                </a:cubicBezTo>
                <a:cubicBezTo>
                  <a:pt x="0" y="500"/>
                  <a:pt x="0" y="500"/>
                  <a:pt x="0" y="500"/>
                </a:cubicBezTo>
                <a:cubicBezTo>
                  <a:pt x="0" y="500"/>
                  <a:pt x="58" y="515"/>
                  <a:pt x="117" y="530"/>
                </a:cubicBezTo>
                <a:cubicBezTo>
                  <a:pt x="162" y="574"/>
                  <a:pt x="206" y="618"/>
                  <a:pt x="206" y="618"/>
                </a:cubicBezTo>
                <a:cubicBezTo>
                  <a:pt x="294" y="471"/>
                  <a:pt x="294" y="471"/>
                  <a:pt x="294" y="471"/>
                </a:cubicBezTo>
                <a:cubicBezTo>
                  <a:pt x="309" y="471"/>
                  <a:pt x="309" y="471"/>
                  <a:pt x="309" y="471"/>
                </a:cubicBezTo>
                <a:cubicBezTo>
                  <a:pt x="324" y="471"/>
                  <a:pt x="324" y="471"/>
                  <a:pt x="324" y="471"/>
                </a:cubicBezTo>
                <a:cubicBezTo>
                  <a:pt x="412" y="618"/>
                  <a:pt x="412" y="618"/>
                  <a:pt x="412" y="618"/>
                </a:cubicBezTo>
                <a:cubicBezTo>
                  <a:pt x="412" y="618"/>
                  <a:pt x="456" y="574"/>
                  <a:pt x="500" y="530"/>
                </a:cubicBezTo>
                <a:cubicBezTo>
                  <a:pt x="559" y="515"/>
                  <a:pt x="633" y="500"/>
                  <a:pt x="633" y="500"/>
                </a:cubicBezTo>
                <a:lnTo>
                  <a:pt x="530" y="338"/>
                </a:lnTo>
                <a:close/>
                <a:moveTo>
                  <a:pt x="206" y="544"/>
                </a:moveTo>
                <a:lnTo>
                  <a:pt x="206" y="544"/>
                </a:lnTo>
                <a:cubicBezTo>
                  <a:pt x="206" y="544"/>
                  <a:pt x="176" y="530"/>
                  <a:pt x="147" y="500"/>
                </a:cubicBezTo>
                <a:cubicBezTo>
                  <a:pt x="103" y="485"/>
                  <a:pt x="58" y="471"/>
                  <a:pt x="58" y="471"/>
                </a:cubicBezTo>
                <a:cubicBezTo>
                  <a:pt x="117" y="382"/>
                  <a:pt x="117" y="382"/>
                  <a:pt x="117" y="382"/>
                </a:cubicBezTo>
                <a:cubicBezTo>
                  <a:pt x="147" y="412"/>
                  <a:pt x="206" y="456"/>
                  <a:pt x="250" y="456"/>
                </a:cubicBezTo>
                <a:lnTo>
                  <a:pt x="206" y="544"/>
                </a:lnTo>
                <a:close/>
                <a:moveTo>
                  <a:pt x="309" y="426"/>
                </a:moveTo>
                <a:lnTo>
                  <a:pt x="309" y="426"/>
                </a:lnTo>
                <a:cubicBezTo>
                  <a:pt x="206" y="426"/>
                  <a:pt x="117" y="338"/>
                  <a:pt x="117" y="235"/>
                </a:cubicBezTo>
                <a:cubicBezTo>
                  <a:pt x="117" y="117"/>
                  <a:pt x="206" y="29"/>
                  <a:pt x="309" y="29"/>
                </a:cubicBezTo>
                <a:cubicBezTo>
                  <a:pt x="426" y="29"/>
                  <a:pt x="515" y="117"/>
                  <a:pt x="515" y="235"/>
                </a:cubicBezTo>
                <a:cubicBezTo>
                  <a:pt x="515" y="338"/>
                  <a:pt x="426" y="426"/>
                  <a:pt x="309" y="426"/>
                </a:cubicBezTo>
                <a:close/>
                <a:moveTo>
                  <a:pt x="485" y="500"/>
                </a:moveTo>
                <a:lnTo>
                  <a:pt x="485" y="500"/>
                </a:lnTo>
                <a:cubicBezTo>
                  <a:pt x="456" y="530"/>
                  <a:pt x="426" y="544"/>
                  <a:pt x="426" y="544"/>
                </a:cubicBezTo>
                <a:cubicBezTo>
                  <a:pt x="368" y="456"/>
                  <a:pt x="368" y="456"/>
                  <a:pt x="368" y="456"/>
                </a:cubicBezTo>
                <a:cubicBezTo>
                  <a:pt x="426" y="456"/>
                  <a:pt x="471" y="412"/>
                  <a:pt x="500" y="382"/>
                </a:cubicBezTo>
                <a:cubicBezTo>
                  <a:pt x="559" y="471"/>
                  <a:pt x="559" y="471"/>
                  <a:pt x="559" y="471"/>
                </a:cubicBezTo>
                <a:cubicBezTo>
                  <a:pt x="559" y="471"/>
                  <a:pt x="530" y="485"/>
                  <a:pt x="485" y="500"/>
                </a:cubicBezTo>
                <a:close/>
              </a:path>
            </a:pathLst>
          </a:custGeom>
          <a:solidFill>
            <a:srgbClr val="FFFFFF"/>
          </a:solidFill>
          <a:ln w="9525">
            <a:noFill/>
          </a:ln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3493" name="Freeform 208"/>
          <p:cNvSpPr/>
          <p:nvPr/>
        </p:nvSpPr>
        <p:spPr>
          <a:xfrm>
            <a:off x="3574203" y="1890916"/>
            <a:ext cx="503767" cy="408517"/>
          </a:xfrm>
          <a:custGeom>
            <a:avLst/>
            <a:gdLst/>
            <a:ahLst/>
            <a:cxnLst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</a:cxnLst>
            <a:rect l="0" t="0" r="0" b="0"/>
            <a:pathLst>
              <a:path w="575" h="576">
                <a:moveTo>
                  <a:pt x="544" y="221"/>
                </a:moveTo>
                <a:lnTo>
                  <a:pt x="544" y="221"/>
                </a:lnTo>
                <a:cubicBezTo>
                  <a:pt x="265" y="486"/>
                  <a:pt x="265" y="486"/>
                  <a:pt x="265" y="486"/>
                </a:cubicBezTo>
                <a:cubicBezTo>
                  <a:pt x="220" y="530"/>
                  <a:pt x="147" y="530"/>
                  <a:pt x="88" y="486"/>
                </a:cubicBezTo>
                <a:cubicBezTo>
                  <a:pt x="44" y="442"/>
                  <a:pt x="44" y="368"/>
                  <a:pt x="88" y="324"/>
                </a:cubicBezTo>
                <a:cubicBezTo>
                  <a:pt x="338" y="74"/>
                  <a:pt x="338" y="74"/>
                  <a:pt x="338" y="74"/>
                </a:cubicBezTo>
                <a:cubicBezTo>
                  <a:pt x="383" y="45"/>
                  <a:pt x="426" y="45"/>
                  <a:pt x="456" y="74"/>
                </a:cubicBezTo>
                <a:cubicBezTo>
                  <a:pt x="485" y="103"/>
                  <a:pt x="485" y="162"/>
                  <a:pt x="456" y="192"/>
                </a:cubicBezTo>
                <a:cubicBezTo>
                  <a:pt x="206" y="442"/>
                  <a:pt x="206" y="442"/>
                  <a:pt x="206" y="442"/>
                </a:cubicBezTo>
                <a:cubicBezTo>
                  <a:pt x="191" y="457"/>
                  <a:pt x="162" y="457"/>
                  <a:pt x="147" y="442"/>
                </a:cubicBezTo>
                <a:cubicBezTo>
                  <a:pt x="132" y="427"/>
                  <a:pt x="132" y="398"/>
                  <a:pt x="147" y="383"/>
                </a:cubicBezTo>
                <a:cubicBezTo>
                  <a:pt x="367" y="162"/>
                  <a:pt x="367" y="162"/>
                  <a:pt x="367" y="162"/>
                </a:cubicBezTo>
                <a:cubicBezTo>
                  <a:pt x="338" y="133"/>
                  <a:pt x="338" y="133"/>
                  <a:pt x="338" y="133"/>
                </a:cubicBezTo>
                <a:cubicBezTo>
                  <a:pt x="117" y="354"/>
                  <a:pt x="117" y="354"/>
                  <a:pt x="117" y="354"/>
                </a:cubicBezTo>
                <a:cubicBezTo>
                  <a:pt x="88" y="383"/>
                  <a:pt x="88" y="427"/>
                  <a:pt x="117" y="457"/>
                </a:cubicBezTo>
                <a:cubicBezTo>
                  <a:pt x="147" y="501"/>
                  <a:pt x="206" y="501"/>
                  <a:pt x="235" y="457"/>
                </a:cubicBezTo>
                <a:cubicBezTo>
                  <a:pt x="485" y="221"/>
                  <a:pt x="485" y="221"/>
                  <a:pt x="485" y="221"/>
                </a:cubicBezTo>
                <a:cubicBezTo>
                  <a:pt x="530" y="162"/>
                  <a:pt x="530" y="88"/>
                  <a:pt x="485" y="45"/>
                </a:cubicBezTo>
                <a:cubicBezTo>
                  <a:pt x="441" y="0"/>
                  <a:pt x="367" y="0"/>
                  <a:pt x="324" y="45"/>
                </a:cubicBezTo>
                <a:cubicBezTo>
                  <a:pt x="58" y="309"/>
                  <a:pt x="58" y="309"/>
                  <a:pt x="58" y="309"/>
                </a:cubicBezTo>
                <a:cubicBezTo>
                  <a:pt x="0" y="368"/>
                  <a:pt x="14" y="457"/>
                  <a:pt x="58" y="516"/>
                </a:cubicBezTo>
                <a:cubicBezTo>
                  <a:pt x="117" y="575"/>
                  <a:pt x="206" y="575"/>
                  <a:pt x="279" y="530"/>
                </a:cubicBezTo>
                <a:cubicBezTo>
                  <a:pt x="574" y="236"/>
                  <a:pt x="574" y="236"/>
                  <a:pt x="574" y="236"/>
                </a:cubicBezTo>
                <a:lnTo>
                  <a:pt x="544" y="221"/>
                </a:lnTo>
              </a:path>
            </a:pathLst>
          </a:custGeom>
          <a:solidFill>
            <a:srgbClr val="0070C0"/>
          </a:solidFill>
          <a:ln w="9525">
            <a:noFill/>
          </a:ln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3" name="圆角矩形 12"/>
          <p:cNvSpPr/>
          <p:nvPr/>
        </p:nvSpPr>
        <p:spPr>
          <a:xfrm>
            <a:off x="4294287" y="1775958"/>
            <a:ext cx="672075" cy="660236"/>
          </a:xfrm>
          <a:prstGeom prst="roundRect">
            <a:avLst/>
          </a:prstGeom>
          <a:solidFill>
            <a:srgbClr val="0070C0"/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2400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1</a:t>
            </a:r>
            <a:endParaRPr kumimoji="0" lang="zh-CN" altLang="en-US" sz="2400" b="0" i="0" u="none" strike="noStrike" kern="1200" cap="none" spc="0" normalizeH="0" baseline="0" noProof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cxnSp>
        <p:nvCxnSpPr>
          <p:cNvPr id="14" name="直接连接符 13"/>
          <p:cNvCxnSpPr/>
          <p:nvPr/>
        </p:nvCxnSpPr>
        <p:spPr>
          <a:xfrm>
            <a:off x="5062221" y="2434900"/>
            <a:ext cx="4229100" cy="14817"/>
          </a:xfrm>
          <a:prstGeom prst="line">
            <a:avLst/>
          </a:prstGeom>
          <a:ln>
            <a:solidFill>
              <a:schemeClr val="tx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496" name="TextBox 68"/>
          <p:cNvSpPr/>
          <p:nvPr/>
        </p:nvSpPr>
        <p:spPr>
          <a:xfrm>
            <a:off x="5070687" y="1797784"/>
            <a:ext cx="4292600" cy="50165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 marL="0" marR="0" lvl="0" algn="l" defTabSz="914400" rtl="0" eaLnBrk="1" fontAlgn="base" latinLnBrk="0" hangingPunct="1">
              <a:lnSpc>
                <a:spcPct val="100000"/>
              </a:lnSpc>
              <a:buClrTx/>
              <a:buSzTx/>
              <a:buFontTx/>
              <a:buNone/>
              <a:defRPr/>
            </a:pPr>
            <a:r>
              <a:rPr lang="zh-CN" altLang="en-US" sz="2665" b="1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需决策事项（结论）</a:t>
            </a:r>
            <a:endParaRPr kumimoji="0" lang="zh-CN" altLang="en-US" sz="2665" b="1" i="0" u="none" strike="noStrike" kern="120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微软雅黑" panose="020B0503020204020204" pitchFamily="34" charset="-122"/>
            </a:endParaRPr>
          </a:p>
        </p:txBody>
      </p:sp>
      <p:sp>
        <p:nvSpPr>
          <p:cNvPr id="19" name="圆角矩形 18"/>
          <p:cNvSpPr/>
          <p:nvPr/>
        </p:nvSpPr>
        <p:spPr>
          <a:xfrm>
            <a:off x="4316097" y="3214733"/>
            <a:ext cx="672075" cy="660236"/>
          </a:xfrm>
          <a:prstGeom prst="roundRect">
            <a:avLst/>
          </a:prstGeom>
          <a:solidFill>
            <a:srgbClr val="0070C0"/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2400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2</a:t>
            </a:r>
            <a:endParaRPr kumimoji="0" lang="zh-CN" altLang="en-US" sz="2400" b="0" i="0" u="none" strike="noStrike" kern="1200" cap="none" spc="0" normalizeH="0" baseline="0" noProof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3501" name="TextBox 68"/>
          <p:cNvSpPr/>
          <p:nvPr/>
        </p:nvSpPr>
        <p:spPr>
          <a:xfrm>
            <a:off x="5088263" y="3240173"/>
            <a:ext cx="5355167" cy="50165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lstStyle/>
          <a:p>
            <a:pPr marL="0" marR="0" lvl="0" algn="l" defTabSz="914400" rtl="0" eaLnBrk="1" fontAlgn="base" latinLnBrk="0" hangingPunct="1">
              <a:lnSpc>
                <a:spcPct val="100000"/>
              </a:lnSpc>
              <a:buClrTx/>
              <a:buSzTx/>
              <a:buFontTx/>
              <a:buNone/>
              <a:defRPr/>
            </a:pPr>
            <a:r>
              <a:rPr kumimoji="0" lang="zh-CN" altLang="en-US" sz="2665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微软雅黑" panose="020B0503020204020204" pitchFamily="34" charset="-122"/>
              </a:rPr>
              <a:t>专题内容</a:t>
            </a:r>
            <a:r>
              <a:rPr kumimoji="0" lang="zh-CN" altLang="en-US" sz="2665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微软雅黑" panose="020B0503020204020204" pitchFamily="34" charset="-122"/>
              </a:rPr>
              <a:t>汇报</a:t>
            </a:r>
            <a:endParaRPr kumimoji="0" lang="zh-CN" altLang="en-US" sz="2665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微软雅黑" panose="020B0503020204020204" pitchFamily="34" charset="-122"/>
            </a:endParaRPr>
          </a:p>
        </p:txBody>
      </p:sp>
      <p:cxnSp>
        <p:nvCxnSpPr>
          <p:cNvPr id="3" name="直接连接符 2"/>
          <p:cNvCxnSpPr/>
          <p:nvPr/>
        </p:nvCxnSpPr>
        <p:spPr>
          <a:xfrm>
            <a:off x="5158113" y="3875173"/>
            <a:ext cx="4320117" cy="10584"/>
          </a:xfrm>
          <a:prstGeom prst="line">
            <a:avLst/>
          </a:prstGeom>
          <a:ln>
            <a:solidFill>
              <a:schemeClr val="tx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圆角矩形 3"/>
          <p:cNvSpPr/>
          <p:nvPr/>
        </p:nvSpPr>
        <p:spPr>
          <a:xfrm>
            <a:off x="4316098" y="4623231"/>
            <a:ext cx="672075" cy="660236"/>
          </a:xfrm>
          <a:prstGeom prst="roundRect">
            <a:avLst/>
          </a:prstGeom>
          <a:solidFill>
            <a:srgbClr val="0070C0"/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sz="2400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3</a:t>
            </a:r>
            <a:endParaRPr kumimoji="0" lang="en-US" sz="2400" b="0" i="0" u="none" strike="noStrike" kern="1200" cap="none" spc="0" normalizeH="0" baseline="0" noProof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3504" name="TextBox 68"/>
          <p:cNvSpPr/>
          <p:nvPr/>
        </p:nvSpPr>
        <p:spPr>
          <a:xfrm>
            <a:off x="5088255" y="4647565"/>
            <a:ext cx="5354955" cy="649605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noAutofit/>
          </a:bodyPr>
          <a:lstStyle/>
          <a:p>
            <a:pPr marL="0" marR="0" lvl="0" algn="l" defTabSz="914400" rtl="0" eaLnBrk="1" fontAlgn="base" latinLnBrk="0" hangingPunct="1">
              <a:lnSpc>
                <a:spcPct val="100000"/>
              </a:lnSpc>
              <a:buClrTx/>
              <a:buSzTx/>
              <a:buFontTx/>
              <a:buNone/>
              <a:defRPr/>
            </a:pPr>
            <a:r>
              <a:rPr kumimoji="0" lang="zh-CN" altLang="en-US" sz="2665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微软雅黑" panose="020B0503020204020204" pitchFamily="34" charset="-122"/>
              </a:rPr>
              <a:t>相关附件（</a:t>
            </a:r>
            <a:r>
              <a:rPr kumimoji="0" lang="zh-CN" altLang="en-US" sz="2665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微软雅黑" panose="020B0503020204020204" pitchFamily="34" charset="-122"/>
              </a:rPr>
              <a:t>按需）</a:t>
            </a:r>
            <a:endParaRPr kumimoji="0" lang="zh-CN" altLang="en-US" sz="2665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微软雅黑" panose="020B0503020204020204" pitchFamily="34" charset="-122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66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微软雅黑" panose="020B0503020204020204" pitchFamily="34" charset="-122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66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微软雅黑" panose="020B0503020204020204" pitchFamily="34" charset="-122"/>
            </a:endParaRPr>
          </a:p>
        </p:txBody>
      </p:sp>
      <p:cxnSp>
        <p:nvCxnSpPr>
          <p:cNvPr id="6" name="直接连接符 5"/>
          <p:cNvCxnSpPr/>
          <p:nvPr/>
        </p:nvCxnSpPr>
        <p:spPr>
          <a:xfrm>
            <a:off x="5158113" y="5282825"/>
            <a:ext cx="4320117" cy="12700"/>
          </a:xfrm>
          <a:prstGeom prst="line">
            <a:avLst/>
          </a:prstGeom>
          <a:ln>
            <a:solidFill>
              <a:schemeClr val="tx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文本框 7"/>
          <p:cNvSpPr txBox="1"/>
          <p:nvPr/>
        </p:nvSpPr>
        <p:spPr>
          <a:xfrm>
            <a:off x="3574415" y="727075"/>
            <a:ext cx="2872105" cy="521970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 algn="l"/>
            <a:r>
              <a:rPr lang="zh-CN" altLang="en-US" sz="2800" i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专题</a:t>
            </a:r>
            <a:r>
              <a:rPr lang="zh-CN" altLang="en-US" sz="2800" i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决策类：</a:t>
            </a:r>
            <a:endParaRPr lang="zh-CN" altLang="en-US" sz="2800" i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灯片编号占位符 6"/>
          <p:cNvSpPr>
            <a:spLocks noGrp="1"/>
          </p:cNvSpPr>
          <p:nvPr/>
        </p:nvSpPr>
        <p:spPr>
          <a:xfrm>
            <a:off x="11647170" y="6305550"/>
            <a:ext cx="393700" cy="36512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ctr" anchorCtr="0" compatLnSpc="1"/>
          <a:lstStyle>
            <a:defPPr>
              <a:defRPr lang="zh-CN"/>
            </a:defPPr>
            <a:lvl1pPr marL="0" algn="r" defTabSz="914400" rtl="0" eaLnBrk="1" latinLnBrk="0" hangingPunct="1">
              <a:buFont typeface="Arial" panose="020B0604020202020204" pitchFamily="34" charset="0"/>
              <a:buNone/>
              <a:defRPr sz="1200" kern="1200">
                <a:solidFill>
                  <a:srgbClr val="89898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base"/>
            <a:fld id="{5B2A23AA-2BC1-4957-8DEF-5FE6F5966177}" type="slidenum">
              <a:rPr lang="zh-CN" altLang="en-US" strike="noStrike" noProof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</a:fld>
            <a:endParaRPr lang="zh-CN" altLang="en-US" strike="noStrike" noProof="1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框 2"/>
          <p:cNvSpPr txBox="1"/>
          <p:nvPr/>
        </p:nvSpPr>
        <p:spPr>
          <a:xfrm>
            <a:off x="805180" y="1404620"/>
            <a:ext cx="9521825" cy="507365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342900" indent="-342900">
              <a:lnSpc>
                <a:spcPct val="180000"/>
              </a:lnSpc>
              <a:buAutoNum type="arabicPeriod"/>
            </a:pPr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汇报内容要</a:t>
            </a:r>
            <a:r>
              <a:rPr lang="zh-CN" altLang="en-US" sz="1800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文字精炼、内容简洁、数据详实、分析透彻，避免虚浮概念和内容；</a:t>
            </a:r>
            <a:endParaRPr lang="zh-CN" altLang="en-US" sz="1800" b="1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 marL="342900" indent="-342900">
              <a:lnSpc>
                <a:spcPct val="180000"/>
              </a:lnSpc>
              <a:buAutoNum type="arabicPeriod"/>
            </a:pPr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专题汇报时多采用图表、数据、对比分析等直观方式，要有数据、有分析，避免大段文字。业务数据要口径清晰、数据准确</a:t>
            </a:r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（备注数据口径及来源）</a:t>
            </a:r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；</a:t>
            </a:r>
            <a:endParaRPr lang="zh-CN" altLang="en-US" sz="18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 marL="342900" indent="-342900">
              <a:lnSpc>
                <a:spcPct val="180000"/>
              </a:lnSpc>
              <a:buAutoNum type="arabicPeriod"/>
            </a:pPr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逻辑结构清晰，</a:t>
            </a:r>
            <a:r>
              <a:rPr lang="zh-CN" altLang="en-US" sz="1800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精简汇报页数</a:t>
            </a:r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，</a:t>
            </a:r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与专题项目相关的背景材料和补充说明都作为附件，如需</a:t>
            </a:r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进一步讨论再</a:t>
            </a:r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展示；</a:t>
            </a:r>
            <a:endParaRPr lang="zh-CN" altLang="en-US" sz="18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342900" indent="-342900">
              <a:lnSpc>
                <a:spcPct val="180000"/>
              </a:lnSpc>
              <a:buAutoNum type="arabicPeriod"/>
            </a:pPr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会前</a:t>
            </a:r>
            <a:r>
              <a:rPr lang="en-US" altLang="zh-CN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2</a:t>
            </a:r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天需将会议材料发给参会人员，相关单位如有不同意见请在会前充分</a:t>
            </a:r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沟通；</a:t>
            </a:r>
            <a:endParaRPr lang="zh-CN" altLang="en-US" sz="18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342900" indent="-342900">
              <a:lnSpc>
                <a:spcPct val="180000"/>
              </a:lnSpc>
              <a:buAutoNum type="arabicPeriod"/>
            </a:pPr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参会单位会前要充分消化</a:t>
            </a:r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会议材料，发言聚焦重点、有的放矢，意见要表达明确。提出反对意见的，要给出充分理由或给出</a:t>
            </a:r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建议方案；</a:t>
            </a:r>
            <a:endParaRPr lang="zh-CN" altLang="en-US" sz="18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342900" indent="-342900">
              <a:lnSpc>
                <a:spcPct val="180000"/>
              </a:lnSpc>
              <a:buAutoNum type="arabicPeriod"/>
            </a:pPr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会议责任单位</a:t>
            </a:r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要及时出会议纪要并对相关工作进行督办，形成工作</a:t>
            </a:r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闭环；</a:t>
            </a:r>
            <a:endParaRPr lang="zh-CN" altLang="en-US" sz="18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342900" indent="-342900">
              <a:lnSpc>
                <a:spcPct val="180000"/>
              </a:lnSpc>
              <a:buAutoNum type="arabicPeriod"/>
            </a:pPr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公司领导按需参加，原则上</a:t>
            </a:r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仅业务分管领导参加，主要领导视情况</a:t>
            </a:r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参加。</a:t>
            </a:r>
            <a:endParaRPr lang="zh-CN" altLang="en-US" sz="18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805180" y="830580"/>
            <a:ext cx="9834245" cy="5219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280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专题研究类</a:t>
            </a:r>
            <a:r>
              <a:rPr lang="zh-CN" altLang="en-US" sz="280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会议要求（如</a:t>
            </a:r>
            <a:r>
              <a:rPr lang="zh-CN" altLang="en-US" sz="280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总裁专题会</a:t>
            </a:r>
            <a:r>
              <a:rPr lang="zh-CN" altLang="en-US" sz="280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）：</a:t>
            </a:r>
            <a:endParaRPr lang="zh-CN" altLang="en-US" sz="280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289560" y="123825"/>
            <a:ext cx="5869305" cy="5219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/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三、专题研究类</a:t>
            </a:r>
            <a:endParaRPr lang="zh-CN" altLang="en-US" sz="2800" b="1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5" name="灯片编号占位符 6"/>
          <p:cNvSpPr>
            <a:spLocks noGrp="1"/>
          </p:cNvSpPr>
          <p:nvPr/>
        </p:nvSpPr>
        <p:spPr>
          <a:xfrm>
            <a:off x="11647170" y="6305550"/>
            <a:ext cx="393700" cy="36512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ctr" anchorCtr="0" compatLnSpc="1"/>
          <a:lstStyle>
            <a:defPPr>
              <a:defRPr lang="zh-CN"/>
            </a:defPPr>
            <a:lvl1pPr marL="0" algn="r" defTabSz="914400" rtl="0" eaLnBrk="1" latinLnBrk="0" hangingPunct="1">
              <a:buFont typeface="Arial" panose="020B0604020202020204" pitchFamily="34" charset="0"/>
              <a:buNone/>
              <a:defRPr sz="1200" kern="1200">
                <a:solidFill>
                  <a:srgbClr val="89898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base"/>
            <a:fld id="{5B2A23AA-2BC1-4957-8DEF-5FE6F5966177}" type="slidenum">
              <a:rPr lang="zh-CN" altLang="en-US" strike="noStrike" noProof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</a:fld>
            <a:endParaRPr lang="zh-CN" altLang="en-US" strike="noStrike" noProof="1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0" y="0"/>
            <a:ext cx="2927351" cy="6885517"/>
          </a:xfrm>
          <a:prstGeom prst="rect">
            <a:avLst/>
          </a:prstGeom>
          <a:solidFill>
            <a:srgbClr val="0070C0"/>
          </a:solidFill>
          <a:ln>
            <a:solidFill>
              <a:srgbClr val="0070C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3490" name="矩形 63"/>
          <p:cNvSpPr/>
          <p:nvPr/>
        </p:nvSpPr>
        <p:spPr>
          <a:xfrm>
            <a:off x="527051" y="3177117"/>
            <a:ext cx="1917700" cy="829945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4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微软雅黑" panose="020B0503020204020204" pitchFamily="34" charset="-122"/>
              </a:rPr>
              <a:t>目  录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Arial Unicode MS" panose="020B0604020202020204" charset="-122"/>
            </a:endParaRPr>
          </a:p>
        </p:txBody>
      </p:sp>
      <p:sp>
        <p:nvSpPr>
          <p:cNvPr id="63491" name="矩形 24"/>
          <p:cNvSpPr/>
          <p:nvPr/>
        </p:nvSpPr>
        <p:spPr>
          <a:xfrm>
            <a:off x="535517" y="3992033"/>
            <a:ext cx="2046816" cy="460375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u="sng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Arial Unicode MS" panose="020B0604020202020204" charset="-122"/>
              </a:rPr>
              <a:t>CONTENTS</a:t>
            </a:r>
            <a:endParaRPr kumimoji="0" lang="zh-CN" altLang="en-US" sz="2400" b="1" i="0" u="sng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Arial Unicode MS" panose="020B0604020202020204" charset="-122"/>
            </a:endParaRPr>
          </a:p>
        </p:txBody>
      </p:sp>
      <p:sp>
        <p:nvSpPr>
          <p:cNvPr id="63492" name="Freeform 157"/>
          <p:cNvSpPr/>
          <p:nvPr/>
        </p:nvSpPr>
        <p:spPr>
          <a:xfrm>
            <a:off x="1007533" y="1989667"/>
            <a:ext cx="975784" cy="948267"/>
          </a:xfrm>
          <a:custGeom>
            <a:avLst/>
            <a:gdLst/>
            <a:ahLst/>
            <a:cxnLst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0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0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</a:cxnLst>
            <a:rect l="0" t="0" r="0" b="0"/>
            <a:pathLst>
              <a:path w="634" h="619">
                <a:moveTo>
                  <a:pt x="309" y="88"/>
                </a:moveTo>
                <a:lnTo>
                  <a:pt x="309" y="88"/>
                </a:lnTo>
                <a:cubicBezTo>
                  <a:pt x="235" y="88"/>
                  <a:pt x="176" y="162"/>
                  <a:pt x="176" y="235"/>
                </a:cubicBezTo>
                <a:cubicBezTo>
                  <a:pt x="176" y="309"/>
                  <a:pt x="235" y="367"/>
                  <a:pt x="309" y="367"/>
                </a:cubicBezTo>
                <a:cubicBezTo>
                  <a:pt x="383" y="367"/>
                  <a:pt x="456" y="309"/>
                  <a:pt x="456" y="235"/>
                </a:cubicBezTo>
                <a:cubicBezTo>
                  <a:pt x="456" y="162"/>
                  <a:pt x="383" y="88"/>
                  <a:pt x="309" y="88"/>
                </a:cubicBezTo>
                <a:close/>
                <a:moveTo>
                  <a:pt x="309" y="323"/>
                </a:moveTo>
                <a:lnTo>
                  <a:pt x="309" y="323"/>
                </a:lnTo>
                <a:cubicBezTo>
                  <a:pt x="265" y="323"/>
                  <a:pt x="221" y="279"/>
                  <a:pt x="221" y="235"/>
                </a:cubicBezTo>
                <a:cubicBezTo>
                  <a:pt x="221" y="176"/>
                  <a:pt x="265" y="132"/>
                  <a:pt x="309" y="132"/>
                </a:cubicBezTo>
                <a:cubicBezTo>
                  <a:pt x="368" y="132"/>
                  <a:pt x="412" y="176"/>
                  <a:pt x="412" y="235"/>
                </a:cubicBezTo>
                <a:cubicBezTo>
                  <a:pt x="412" y="279"/>
                  <a:pt x="368" y="323"/>
                  <a:pt x="309" y="323"/>
                </a:cubicBezTo>
                <a:close/>
                <a:moveTo>
                  <a:pt x="530" y="338"/>
                </a:moveTo>
                <a:lnTo>
                  <a:pt x="530" y="338"/>
                </a:lnTo>
                <a:cubicBezTo>
                  <a:pt x="544" y="309"/>
                  <a:pt x="559" y="264"/>
                  <a:pt x="559" y="235"/>
                </a:cubicBezTo>
                <a:cubicBezTo>
                  <a:pt x="559" y="103"/>
                  <a:pt x="441" y="0"/>
                  <a:pt x="309" y="0"/>
                </a:cubicBezTo>
                <a:cubicBezTo>
                  <a:pt x="176" y="0"/>
                  <a:pt x="73" y="103"/>
                  <a:pt x="73" y="235"/>
                </a:cubicBezTo>
                <a:cubicBezTo>
                  <a:pt x="73" y="264"/>
                  <a:pt x="88" y="309"/>
                  <a:pt x="103" y="338"/>
                </a:cubicBezTo>
                <a:cubicBezTo>
                  <a:pt x="0" y="500"/>
                  <a:pt x="0" y="500"/>
                  <a:pt x="0" y="500"/>
                </a:cubicBezTo>
                <a:cubicBezTo>
                  <a:pt x="0" y="500"/>
                  <a:pt x="58" y="515"/>
                  <a:pt x="117" y="530"/>
                </a:cubicBezTo>
                <a:cubicBezTo>
                  <a:pt x="162" y="574"/>
                  <a:pt x="206" y="618"/>
                  <a:pt x="206" y="618"/>
                </a:cubicBezTo>
                <a:cubicBezTo>
                  <a:pt x="294" y="471"/>
                  <a:pt x="294" y="471"/>
                  <a:pt x="294" y="471"/>
                </a:cubicBezTo>
                <a:cubicBezTo>
                  <a:pt x="309" y="471"/>
                  <a:pt x="309" y="471"/>
                  <a:pt x="309" y="471"/>
                </a:cubicBezTo>
                <a:cubicBezTo>
                  <a:pt x="324" y="471"/>
                  <a:pt x="324" y="471"/>
                  <a:pt x="324" y="471"/>
                </a:cubicBezTo>
                <a:cubicBezTo>
                  <a:pt x="412" y="618"/>
                  <a:pt x="412" y="618"/>
                  <a:pt x="412" y="618"/>
                </a:cubicBezTo>
                <a:cubicBezTo>
                  <a:pt x="412" y="618"/>
                  <a:pt x="456" y="574"/>
                  <a:pt x="500" y="530"/>
                </a:cubicBezTo>
                <a:cubicBezTo>
                  <a:pt x="559" y="515"/>
                  <a:pt x="633" y="500"/>
                  <a:pt x="633" y="500"/>
                </a:cubicBezTo>
                <a:lnTo>
                  <a:pt x="530" y="338"/>
                </a:lnTo>
                <a:close/>
                <a:moveTo>
                  <a:pt x="206" y="544"/>
                </a:moveTo>
                <a:lnTo>
                  <a:pt x="206" y="544"/>
                </a:lnTo>
                <a:cubicBezTo>
                  <a:pt x="206" y="544"/>
                  <a:pt x="176" y="530"/>
                  <a:pt x="147" y="500"/>
                </a:cubicBezTo>
                <a:cubicBezTo>
                  <a:pt x="103" y="485"/>
                  <a:pt x="58" y="471"/>
                  <a:pt x="58" y="471"/>
                </a:cubicBezTo>
                <a:cubicBezTo>
                  <a:pt x="117" y="382"/>
                  <a:pt x="117" y="382"/>
                  <a:pt x="117" y="382"/>
                </a:cubicBezTo>
                <a:cubicBezTo>
                  <a:pt x="147" y="412"/>
                  <a:pt x="206" y="456"/>
                  <a:pt x="250" y="456"/>
                </a:cubicBezTo>
                <a:lnTo>
                  <a:pt x="206" y="544"/>
                </a:lnTo>
                <a:close/>
                <a:moveTo>
                  <a:pt x="309" y="426"/>
                </a:moveTo>
                <a:lnTo>
                  <a:pt x="309" y="426"/>
                </a:lnTo>
                <a:cubicBezTo>
                  <a:pt x="206" y="426"/>
                  <a:pt x="117" y="338"/>
                  <a:pt x="117" y="235"/>
                </a:cubicBezTo>
                <a:cubicBezTo>
                  <a:pt x="117" y="117"/>
                  <a:pt x="206" y="29"/>
                  <a:pt x="309" y="29"/>
                </a:cubicBezTo>
                <a:cubicBezTo>
                  <a:pt x="426" y="29"/>
                  <a:pt x="515" y="117"/>
                  <a:pt x="515" y="235"/>
                </a:cubicBezTo>
                <a:cubicBezTo>
                  <a:pt x="515" y="338"/>
                  <a:pt x="426" y="426"/>
                  <a:pt x="309" y="426"/>
                </a:cubicBezTo>
                <a:close/>
                <a:moveTo>
                  <a:pt x="485" y="500"/>
                </a:moveTo>
                <a:lnTo>
                  <a:pt x="485" y="500"/>
                </a:lnTo>
                <a:cubicBezTo>
                  <a:pt x="456" y="530"/>
                  <a:pt x="426" y="544"/>
                  <a:pt x="426" y="544"/>
                </a:cubicBezTo>
                <a:cubicBezTo>
                  <a:pt x="368" y="456"/>
                  <a:pt x="368" y="456"/>
                  <a:pt x="368" y="456"/>
                </a:cubicBezTo>
                <a:cubicBezTo>
                  <a:pt x="426" y="456"/>
                  <a:pt x="471" y="412"/>
                  <a:pt x="500" y="382"/>
                </a:cubicBezTo>
                <a:cubicBezTo>
                  <a:pt x="559" y="471"/>
                  <a:pt x="559" y="471"/>
                  <a:pt x="559" y="471"/>
                </a:cubicBezTo>
                <a:cubicBezTo>
                  <a:pt x="559" y="471"/>
                  <a:pt x="530" y="485"/>
                  <a:pt x="485" y="500"/>
                </a:cubicBezTo>
                <a:close/>
              </a:path>
            </a:pathLst>
          </a:custGeom>
          <a:solidFill>
            <a:srgbClr val="FFFFFF"/>
          </a:solidFill>
          <a:ln w="9525">
            <a:noFill/>
          </a:ln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3493" name="Freeform 208"/>
          <p:cNvSpPr/>
          <p:nvPr/>
        </p:nvSpPr>
        <p:spPr>
          <a:xfrm>
            <a:off x="3574203" y="1989341"/>
            <a:ext cx="503767" cy="408517"/>
          </a:xfrm>
          <a:custGeom>
            <a:avLst/>
            <a:gdLst/>
            <a:ahLst/>
            <a:cxnLst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</a:cxnLst>
            <a:rect l="0" t="0" r="0" b="0"/>
            <a:pathLst>
              <a:path w="575" h="576">
                <a:moveTo>
                  <a:pt x="544" y="221"/>
                </a:moveTo>
                <a:lnTo>
                  <a:pt x="544" y="221"/>
                </a:lnTo>
                <a:cubicBezTo>
                  <a:pt x="265" y="486"/>
                  <a:pt x="265" y="486"/>
                  <a:pt x="265" y="486"/>
                </a:cubicBezTo>
                <a:cubicBezTo>
                  <a:pt x="220" y="530"/>
                  <a:pt x="147" y="530"/>
                  <a:pt x="88" y="486"/>
                </a:cubicBezTo>
                <a:cubicBezTo>
                  <a:pt x="44" y="442"/>
                  <a:pt x="44" y="368"/>
                  <a:pt x="88" y="324"/>
                </a:cubicBezTo>
                <a:cubicBezTo>
                  <a:pt x="338" y="74"/>
                  <a:pt x="338" y="74"/>
                  <a:pt x="338" y="74"/>
                </a:cubicBezTo>
                <a:cubicBezTo>
                  <a:pt x="383" y="45"/>
                  <a:pt x="426" y="45"/>
                  <a:pt x="456" y="74"/>
                </a:cubicBezTo>
                <a:cubicBezTo>
                  <a:pt x="485" y="103"/>
                  <a:pt x="485" y="162"/>
                  <a:pt x="456" y="192"/>
                </a:cubicBezTo>
                <a:cubicBezTo>
                  <a:pt x="206" y="442"/>
                  <a:pt x="206" y="442"/>
                  <a:pt x="206" y="442"/>
                </a:cubicBezTo>
                <a:cubicBezTo>
                  <a:pt x="191" y="457"/>
                  <a:pt x="162" y="457"/>
                  <a:pt x="147" y="442"/>
                </a:cubicBezTo>
                <a:cubicBezTo>
                  <a:pt x="132" y="427"/>
                  <a:pt x="132" y="398"/>
                  <a:pt x="147" y="383"/>
                </a:cubicBezTo>
                <a:cubicBezTo>
                  <a:pt x="367" y="162"/>
                  <a:pt x="367" y="162"/>
                  <a:pt x="367" y="162"/>
                </a:cubicBezTo>
                <a:cubicBezTo>
                  <a:pt x="338" y="133"/>
                  <a:pt x="338" y="133"/>
                  <a:pt x="338" y="133"/>
                </a:cubicBezTo>
                <a:cubicBezTo>
                  <a:pt x="117" y="354"/>
                  <a:pt x="117" y="354"/>
                  <a:pt x="117" y="354"/>
                </a:cubicBezTo>
                <a:cubicBezTo>
                  <a:pt x="88" y="383"/>
                  <a:pt x="88" y="427"/>
                  <a:pt x="117" y="457"/>
                </a:cubicBezTo>
                <a:cubicBezTo>
                  <a:pt x="147" y="501"/>
                  <a:pt x="206" y="501"/>
                  <a:pt x="235" y="457"/>
                </a:cubicBezTo>
                <a:cubicBezTo>
                  <a:pt x="485" y="221"/>
                  <a:pt x="485" y="221"/>
                  <a:pt x="485" y="221"/>
                </a:cubicBezTo>
                <a:cubicBezTo>
                  <a:pt x="530" y="162"/>
                  <a:pt x="530" y="88"/>
                  <a:pt x="485" y="45"/>
                </a:cubicBezTo>
                <a:cubicBezTo>
                  <a:pt x="441" y="0"/>
                  <a:pt x="367" y="0"/>
                  <a:pt x="324" y="45"/>
                </a:cubicBezTo>
                <a:cubicBezTo>
                  <a:pt x="58" y="309"/>
                  <a:pt x="58" y="309"/>
                  <a:pt x="58" y="309"/>
                </a:cubicBezTo>
                <a:cubicBezTo>
                  <a:pt x="0" y="368"/>
                  <a:pt x="14" y="457"/>
                  <a:pt x="58" y="516"/>
                </a:cubicBezTo>
                <a:cubicBezTo>
                  <a:pt x="117" y="575"/>
                  <a:pt x="206" y="575"/>
                  <a:pt x="279" y="530"/>
                </a:cubicBezTo>
                <a:cubicBezTo>
                  <a:pt x="574" y="236"/>
                  <a:pt x="574" y="236"/>
                  <a:pt x="574" y="236"/>
                </a:cubicBezTo>
                <a:lnTo>
                  <a:pt x="544" y="221"/>
                </a:lnTo>
              </a:path>
            </a:pathLst>
          </a:custGeom>
          <a:solidFill>
            <a:srgbClr val="0070C0"/>
          </a:solidFill>
          <a:ln w="9525">
            <a:noFill/>
          </a:ln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3" name="圆角矩形 12"/>
          <p:cNvSpPr/>
          <p:nvPr/>
        </p:nvSpPr>
        <p:spPr>
          <a:xfrm>
            <a:off x="4294287" y="1854698"/>
            <a:ext cx="672075" cy="660236"/>
          </a:xfrm>
          <a:prstGeom prst="roundRect">
            <a:avLst/>
          </a:prstGeom>
          <a:solidFill>
            <a:srgbClr val="0070C0"/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2400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1</a:t>
            </a:r>
            <a:endParaRPr kumimoji="0" lang="zh-CN" altLang="en-US" sz="2400" b="0" i="0" u="none" strike="noStrike" kern="1200" cap="none" spc="0" normalizeH="0" baseline="0" noProof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cxnSp>
        <p:nvCxnSpPr>
          <p:cNvPr id="14" name="直接连接符 13"/>
          <p:cNvCxnSpPr/>
          <p:nvPr/>
        </p:nvCxnSpPr>
        <p:spPr>
          <a:xfrm>
            <a:off x="5062221" y="2513640"/>
            <a:ext cx="4229100" cy="14817"/>
          </a:xfrm>
          <a:prstGeom prst="line">
            <a:avLst/>
          </a:prstGeom>
          <a:ln>
            <a:solidFill>
              <a:schemeClr val="tx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496" name="TextBox 68"/>
          <p:cNvSpPr/>
          <p:nvPr/>
        </p:nvSpPr>
        <p:spPr>
          <a:xfrm>
            <a:off x="5070687" y="1876524"/>
            <a:ext cx="4292600" cy="50165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 marL="0" marR="0" lvl="0" algn="l" defTabSz="914400" rtl="0" eaLnBrk="1" fontAlgn="base" latinLnBrk="0" hangingPunct="1">
              <a:lnSpc>
                <a:spcPct val="100000"/>
              </a:lnSpc>
              <a:buClrTx/>
              <a:buSzTx/>
              <a:buFontTx/>
              <a:buNone/>
              <a:defRPr/>
            </a:pPr>
            <a:r>
              <a:rPr kumimoji="0" lang="zh-CN" altLang="en-US" sz="2665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微软雅黑" panose="020B0503020204020204" pitchFamily="34" charset="-122"/>
              </a:rPr>
              <a:t>专题事项背景（按需）</a:t>
            </a:r>
            <a:endParaRPr kumimoji="0" lang="zh-CN" altLang="en-US" sz="2665" b="1" i="0" u="none" strike="noStrike" kern="120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微软雅黑" panose="020B0503020204020204" pitchFamily="34" charset="-122"/>
            </a:endParaRPr>
          </a:p>
        </p:txBody>
      </p:sp>
      <p:sp>
        <p:nvSpPr>
          <p:cNvPr id="19" name="圆角矩形 18"/>
          <p:cNvSpPr/>
          <p:nvPr/>
        </p:nvSpPr>
        <p:spPr>
          <a:xfrm>
            <a:off x="4316097" y="3293473"/>
            <a:ext cx="672075" cy="660236"/>
          </a:xfrm>
          <a:prstGeom prst="roundRect">
            <a:avLst/>
          </a:prstGeom>
          <a:solidFill>
            <a:srgbClr val="0070C0"/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2400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2</a:t>
            </a:r>
            <a:endParaRPr kumimoji="0" lang="zh-CN" altLang="en-US" sz="2400" b="0" i="0" u="none" strike="noStrike" kern="1200" cap="none" spc="0" normalizeH="0" baseline="0" noProof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3501" name="TextBox 68"/>
          <p:cNvSpPr/>
          <p:nvPr/>
        </p:nvSpPr>
        <p:spPr>
          <a:xfrm>
            <a:off x="5088263" y="3318913"/>
            <a:ext cx="5355167" cy="50165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lstStyle/>
          <a:p>
            <a:pPr marL="0" marR="0" lvl="0" algn="l" defTabSz="914400" rtl="0" eaLnBrk="1" fontAlgn="base" latinLnBrk="0" hangingPunct="1">
              <a:lnSpc>
                <a:spcPct val="100000"/>
              </a:lnSpc>
              <a:buClrTx/>
              <a:buSzTx/>
              <a:buFontTx/>
              <a:buNone/>
              <a:defRPr/>
            </a:pPr>
            <a:r>
              <a:rPr kumimoji="0" lang="zh-CN" altLang="en-US" sz="2665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微软雅黑" panose="020B0503020204020204" pitchFamily="34" charset="-122"/>
              </a:rPr>
              <a:t>专题事项开展情况及下一步</a:t>
            </a:r>
            <a:r>
              <a:rPr kumimoji="0" lang="zh-CN" altLang="en-US" sz="2665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微软雅黑" panose="020B0503020204020204" pitchFamily="34" charset="-122"/>
              </a:rPr>
              <a:t>计划</a:t>
            </a:r>
            <a:endParaRPr kumimoji="0" lang="zh-CN" altLang="en-US" sz="2665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微软雅黑" panose="020B0503020204020204" pitchFamily="34" charset="-122"/>
            </a:endParaRPr>
          </a:p>
        </p:txBody>
      </p:sp>
      <p:cxnSp>
        <p:nvCxnSpPr>
          <p:cNvPr id="3" name="直接连接符 2"/>
          <p:cNvCxnSpPr/>
          <p:nvPr/>
        </p:nvCxnSpPr>
        <p:spPr>
          <a:xfrm>
            <a:off x="5158113" y="3953913"/>
            <a:ext cx="4320117" cy="10584"/>
          </a:xfrm>
          <a:prstGeom prst="line">
            <a:avLst/>
          </a:prstGeom>
          <a:ln>
            <a:solidFill>
              <a:schemeClr val="tx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圆角矩形 3"/>
          <p:cNvSpPr/>
          <p:nvPr/>
        </p:nvSpPr>
        <p:spPr>
          <a:xfrm>
            <a:off x="4316098" y="4701971"/>
            <a:ext cx="672075" cy="660236"/>
          </a:xfrm>
          <a:prstGeom prst="roundRect">
            <a:avLst/>
          </a:prstGeom>
          <a:solidFill>
            <a:srgbClr val="0070C0"/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sz="2400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3</a:t>
            </a:r>
            <a:endParaRPr kumimoji="0" lang="en-US" sz="2400" b="0" i="0" u="none" strike="noStrike" kern="1200" cap="none" spc="0" normalizeH="0" baseline="0" noProof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3504" name="TextBox 68"/>
          <p:cNvSpPr/>
          <p:nvPr/>
        </p:nvSpPr>
        <p:spPr>
          <a:xfrm>
            <a:off x="5088255" y="4726305"/>
            <a:ext cx="5354955" cy="649605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no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665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微软雅黑" panose="020B0503020204020204" pitchFamily="34" charset="-122"/>
              </a:rPr>
              <a:t>需支撑事项</a:t>
            </a:r>
            <a:endParaRPr kumimoji="0" lang="zh-CN" altLang="en-US" sz="266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微软雅黑" panose="020B0503020204020204" pitchFamily="34" charset="-122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66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微软雅黑" panose="020B0503020204020204" pitchFamily="34" charset="-122"/>
            </a:endParaRPr>
          </a:p>
        </p:txBody>
      </p:sp>
      <p:cxnSp>
        <p:nvCxnSpPr>
          <p:cNvPr id="6" name="直接连接符 5"/>
          <p:cNvCxnSpPr/>
          <p:nvPr/>
        </p:nvCxnSpPr>
        <p:spPr>
          <a:xfrm>
            <a:off x="5158113" y="5361565"/>
            <a:ext cx="4320117" cy="12700"/>
          </a:xfrm>
          <a:prstGeom prst="line">
            <a:avLst/>
          </a:prstGeom>
          <a:ln>
            <a:solidFill>
              <a:schemeClr val="tx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文本框 7"/>
          <p:cNvSpPr txBox="1"/>
          <p:nvPr/>
        </p:nvSpPr>
        <p:spPr>
          <a:xfrm>
            <a:off x="3574415" y="727075"/>
            <a:ext cx="2872105" cy="521970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 algn="l"/>
            <a:r>
              <a:rPr lang="zh-CN" altLang="en-US" sz="2800" i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专题</a:t>
            </a:r>
            <a:r>
              <a:rPr lang="zh-CN" altLang="en-US" sz="2800" i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研究类：</a:t>
            </a:r>
            <a:endParaRPr lang="zh-CN" altLang="en-US" sz="2800" i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灯片编号占位符 6"/>
          <p:cNvSpPr>
            <a:spLocks noGrp="1"/>
          </p:cNvSpPr>
          <p:nvPr/>
        </p:nvSpPr>
        <p:spPr>
          <a:xfrm>
            <a:off x="11647170" y="6305550"/>
            <a:ext cx="393700" cy="36512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ctr" anchorCtr="0" compatLnSpc="1"/>
          <a:lstStyle>
            <a:defPPr>
              <a:defRPr lang="zh-CN"/>
            </a:defPPr>
            <a:lvl1pPr marL="0" algn="r" defTabSz="914400" rtl="0" eaLnBrk="1" latinLnBrk="0" hangingPunct="1">
              <a:buFont typeface="Arial" panose="020B0604020202020204" pitchFamily="34" charset="0"/>
              <a:buNone/>
              <a:defRPr sz="1200" kern="1200">
                <a:solidFill>
                  <a:srgbClr val="89898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base"/>
            <a:fld id="{5B2A23AA-2BC1-4957-8DEF-5FE6F5966177}" type="slidenum">
              <a:rPr lang="zh-CN" altLang="en-US" strike="noStrike" noProof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</a:fld>
            <a:endParaRPr lang="zh-CN" altLang="en-US" strike="noStrike" noProof="1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文本框 19"/>
          <p:cNvSpPr>
            <a:spLocks noChangeArrowheads="1"/>
          </p:cNvSpPr>
          <p:nvPr/>
        </p:nvSpPr>
        <p:spPr bwMode="auto">
          <a:xfrm>
            <a:off x="2226945" y="2583815"/>
            <a:ext cx="7324090" cy="768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sz="44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楷体" panose="02010609060101010101" pitchFamily="49" charset="-122"/>
                <a:sym typeface="+mn-ea"/>
              </a:rPr>
              <a:t>汇报完毕，请领导批评指正</a:t>
            </a:r>
            <a:endParaRPr lang="zh-CN" sz="44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楷体" panose="02010609060101010101" pitchFamily="49" charset="-122"/>
              <a:sym typeface="+mn-ea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RESOURCE_RECORD_KEY" val="{&quot;10&quot;:[3655278,21602072,3633426]}"/>
</p:tagLst>
</file>

<file path=ppt/theme/theme1.xml><?xml version="1.0" encoding="utf-8"?>
<a:theme xmlns:a="http://schemas.openxmlformats.org/drawingml/2006/main" name="9_Office 主题">
  <a:themeElements>
    <a:clrScheme name="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FFFFFF"/>
      </a:accent3>
      <a:accent4>
        <a:srgbClr val="000000"/>
      </a:accent4>
      <a:accent5>
        <a:srgbClr val="B5CBE7"/>
      </a:accent5>
      <a:accent6>
        <a:srgbClr val="D7712B"/>
      </a:accent6>
      <a:hlink>
        <a:srgbClr val="0563C1"/>
      </a:hlink>
      <a:folHlink>
        <a:srgbClr val="954F72"/>
      </a:folHlink>
    </a:clrScheme>
    <a:fontScheme name="9_Office 主题">
      <a:majorFont>
        <a:latin typeface="Calibri Light"/>
        <a:ea typeface="宋体"/>
        <a:cs typeface=""/>
      </a:majorFont>
      <a:minorFont>
        <a:latin typeface="Calibri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alt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alt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自定义设计方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CFDEF3"/>
      </a:accent1>
      <a:accent2>
        <a:srgbClr val="333399"/>
      </a:accent2>
      <a:accent3>
        <a:srgbClr val="FFFFFF"/>
      </a:accent3>
      <a:accent4>
        <a:srgbClr val="000000"/>
      </a:accent4>
      <a:accent5>
        <a:srgbClr val="E4ECF8"/>
      </a:accent5>
      <a:accent6>
        <a:srgbClr val="2D2D8A"/>
      </a:accent6>
      <a:hlink>
        <a:srgbClr val="009999"/>
      </a:hlink>
      <a:folHlink>
        <a:srgbClr val="99CC00"/>
      </a:folHlink>
    </a:clrScheme>
    <a:fontScheme name="自定义设计方案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alt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alt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默认设计模板_3">
  <a:themeElements>
    <a:clrScheme name="默认设计模板_3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默认设计模板_3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alt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alt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默认设计模板_3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_3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_3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_3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_3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_3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_3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_3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_3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_3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_3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_3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1_Office 主题_4">
  <a:themeElements>
    <a:clrScheme name="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FFFFFF"/>
      </a:accent3>
      <a:accent4>
        <a:srgbClr val="000000"/>
      </a:accent4>
      <a:accent5>
        <a:srgbClr val="B5CBE7"/>
      </a:accent5>
      <a:accent6>
        <a:srgbClr val="D7712B"/>
      </a:accent6>
      <a:hlink>
        <a:srgbClr val="0563C1"/>
      </a:hlink>
      <a:folHlink>
        <a:srgbClr val="954F72"/>
      </a:folHlink>
    </a:clrScheme>
    <a:fontScheme name="Office 主题_4">
      <a:majorFont>
        <a:latin typeface="Calibri Light"/>
        <a:ea typeface="宋体"/>
        <a:cs typeface=""/>
      </a:majorFont>
      <a:minorFont>
        <a:latin typeface="Calibri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alt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alt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2_默认设计模板_3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9EDEE"/>
      </a:accent5>
      <a:accent6>
        <a:srgbClr val="2D2D89"/>
      </a:accent6>
      <a:hlink>
        <a:srgbClr val="009999"/>
      </a:hlink>
      <a:folHlink>
        <a:srgbClr val="99CC00"/>
      </a:folHlink>
    </a:clrScheme>
    <a:fontScheme name="">
      <a:majorFont>
        <a:latin typeface=""/>
        <a:ea typeface=""/>
        <a:cs typeface=""/>
      </a:majorFont>
      <a:minorFont>
        <a:latin typeface="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raClrSchemeLst>
    <a:extraClrScheme>
      <a:clrScheme name="默认设计模板_3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_3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_3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_3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_3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_3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_3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_3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_3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_3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_3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_3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2_自定义设计方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1_自定义设计方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8.xml><?xml version="1.0" encoding="utf-8"?>
<a:theme xmlns:a="http://schemas.openxmlformats.org/drawingml/2006/main" name="Office 主题">
  <a:themeElements>
    <a:clrScheme name="">
      <a:dk1>
        <a:srgbClr val="002050"/>
      </a:dk1>
      <a:lt1>
        <a:srgbClr val="FFFFFF"/>
      </a:lt1>
      <a:dk2>
        <a:srgbClr val="000000"/>
      </a:dk2>
      <a:lt2>
        <a:srgbClr val="00BCF2"/>
      </a:lt2>
      <a:accent1>
        <a:srgbClr val="0072C6"/>
      </a:accent1>
      <a:accent2>
        <a:srgbClr val="7FBA00"/>
      </a:accent2>
      <a:accent3>
        <a:srgbClr val="AAAAAA"/>
      </a:accent3>
      <a:accent4>
        <a:srgbClr val="DADADA"/>
      </a:accent4>
      <a:accent5>
        <a:srgbClr val="AABCDF"/>
      </a:accent5>
      <a:accent6>
        <a:srgbClr val="72A800"/>
      </a:accent6>
      <a:hlink>
        <a:srgbClr val="00BCF2"/>
      </a:hlink>
      <a:folHlink>
        <a:srgbClr val="00BCF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9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1585</Words>
  <Application>WPS 演示</Application>
  <PresentationFormat>宽屏</PresentationFormat>
  <Paragraphs>190</Paragraphs>
  <Slides>12</Slides>
  <Notes>8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7</vt:i4>
      </vt:variant>
      <vt:variant>
        <vt:lpstr>幻灯片标题</vt:lpstr>
      </vt:variant>
      <vt:variant>
        <vt:i4>12</vt:i4>
      </vt:variant>
    </vt:vector>
  </HeadingPairs>
  <TitlesOfParts>
    <vt:vector size="30" baseType="lpstr">
      <vt:lpstr>Arial</vt:lpstr>
      <vt:lpstr>宋体</vt:lpstr>
      <vt:lpstr>Wingdings</vt:lpstr>
      <vt:lpstr>Calibri</vt:lpstr>
      <vt:lpstr>Calibri Light</vt:lpstr>
      <vt:lpstr>Arial</vt:lpstr>
      <vt:lpstr>华文细黑</vt:lpstr>
      <vt:lpstr>黑体</vt:lpstr>
      <vt:lpstr>微软雅黑</vt:lpstr>
      <vt:lpstr>Arial Unicode MS</vt:lpstr>
      <vt:lpstr>楷体</vt:lpstr>
      <vt:lpstr>9_Office 主题</vt:lpstr>
      <vt:lpstr>自定义设计方案</vt:lpstr>
      <vt:lpstr>默认设计模板_3</vt:lpstr>
      <vt:lpstr>1_Office 主题_4</vt:lpstr>
      <vt:lpstr>2_默认设计模板_3</vt:lpstr>
      <vt:lpstr>2_自定义设计方案</vt:lpstr>
      <vt:lpstr>1_自定义设计方案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oyys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Lily</dc:creator>
  <cp:lastModifiedBy>阳光Brand</cp:lastModifiedBy>
  <cp:revision>1631</cp:revision>
  <cp:lastPrinted>2026-07-07T06:55:00Z</cp:lastPrinted>
  <dcterms:created xsi:type="dcterms:W3CDTF">2026-07-07T06:55:00Z</dcterms:created>
  <dcterms:modified xsi:type="dcterms:W3CDTF">2026-07-07T07:12:12Z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2052-12.1.0.26375</vt:lpwstr>
  </property>
  <property fmtid="{D5CDD505-2E9C-101B-9397-08002B2CF9AE}" pid="3" name="ICV">
    <vt:lpwstr>AB6139A89ECB4C80B5F2FA8CFD710534_13</vt:lpwstr>
  </property>
</Properties>
</file>